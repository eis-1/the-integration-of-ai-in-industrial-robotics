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14"/>
  </p:notesMasterIdLst>
  <p:sldIdLst>
    <p:sldId id="265" r:id="rId2"/>
    <p:sldId id="257" r:id="rId3"/>
    <p:sldId id="272" r:id="rId4"/>
    <p:sldId id="258" r:id="rId5"/>
    <p:sldId id="259" r:id="rId6"/>
    <p:sldId id="264" r:id="rId7"/>
    <p:sldId id="263" r:id="rId8"/>
    <p:sldId id="282" r:id="rId9"/>
    <p:sldId id="274" r:id="rId10"/>
    <p:sldId id="270" r:id="rId11"/>
    <p:sldId id="276" r:id="rId12"/>
    <p:sldId id="292" r:id="rId13"/>
  </p:sldIdLst>
  <p:sldSz cx="9144000" cy="5143500" type="screen16x9"/>
  <p:notesSz cx="6858000" cy="9144000"/>
  <p:embeddedFontLst>
    <p:embeddedFont>
      <p:font typeface="Archivo" panose="020B0604020202020204" charset="0"/>
      <p:regular r:id="rId15"/>
      <p:bold r:id="rId16"/>
      <p:italic r:id="rId17"/>
      <p:boldItalic r:id="rId18"/>
    </p:embeddedFont>
    <p:embeddedFont>
      <p:font typeface="Georgia" panose="02040502050405020303" pitchFamily="18" charset="0"/>
      <p:regular r:id="rId19"/>
      <p:bold r:id="rId20"/>
      <p:italic r:id="rId21"/>
      <p:boldItalic r:id="rId22"/>
    </p:embeddedFont>
    <p:embeddedFont>
      <p:font typeface="IBM Plex Mono" panose="020B0509050203000203" pitchFamily="49" charset="0"/>
      <p:regular r:id="rId23"/>
      <p:bold r:id="rId24"/>
      <p:italic r:id="rId25"/>
      <p:boldItalic r:id="rId26"/>
    </p:embeddedFont>
    <p:embeddedFont>
      <p:font typeface="Nunito Light" panose="020F0502020204030204" pitchFamily="2" charset="0"/>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32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E25565-C387-4ED1-BFA8-A3D2A9414B70}">
  <a:tblStyle styleId="{9CE25565-C387-4ED1-BFA8-A3D2A9414B7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6FB27F6-E6D4-4C47-AD11-0E714312FC4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46" autoAdjust="0"/>
    <p:restoredTop sz="94660"/>
  </p:normalViewPr>
  <p:slideViewPr>
    <p:cSldViewPr snapToGrid="0">
      <p:cViewPr varScale="1">
        <p:scale>
          <a:sx n="109" d="100"/>
          <a:sy n="109" d="100"/>
        </p:scale>
        <p:origin x="77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92a81341b2_3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92a81341b2_3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92a81341b2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92a81341b2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292a81341b2_3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292a81341b2_3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92581b7e23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92581b7e23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92a81341b2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92a81341b2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292a81341b2_2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292a81341b2_2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292a81341b2_2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292a81341b2_2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9327bcda48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29327bcda48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292b8f97649_1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292b8f97649_1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92a81341b2_3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92a81341b2_3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292b8f97649_1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292b8f97649_1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933ed14694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2933ed14694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6" name="Google Shape;2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4"/>
          <p:cNvSpPr txBox="1">
            <a:spLocks noGrp="1"/>
          </p:cNvSpPr>
          <p:nvPr>
            <p:ph type="body" idx="1"/>
          </p:nvPr>
        </p:nvSpPr>
        <p:spPr>
          <a:xfrm>
            <a:off x="720000" y="1063350"/>
            <a:ext cx="7704000" cy="336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28" name="Google Shape;28;p4"/>
          <p:cNvGrpSpPr/>
          <p:nvPr/>
        </p:nvGrpSpPr>
        <p:grpSpPr>
          <a:xfrm>
            <a:off x="117372" y="1337863"/>
            <a:ext cx="8848827" cy="2467774"/>
            <a:chOff x="117372" y="1337863"/>
            <a:chExt cx="8848827" cy="2467774"/>
          </a:xfrm>
        </p:grpSpPr>
        <p:pic>
          <p:nvPicPr>
            <p:cNvPr id="29" name="Google Shape;29;p4"/>
            <p:cNvPicPr preferRelativeResize="0"/>
            <p:nvPr/>
          </p:nvPicPr>
          <p:blipFill rotWithShape="1">
            <a:blip r:embed="rId2">
              <a:alphaModFix/>
            </a:blip>
            <a:srcRect b="23112"/>
            <a:stretch/>
          </p:blipFill>
          <p:spPr>
            <a:xfrm rot="-5400000">
              <a:off x="7499961" y="2339387"/>
              <a:ext cx="2467751" cy="464725"/>
            </a:xfrm>
            <a:prstGeom prst="rect">
              <a:avLst/>
            </a:prstGeom>
            <a:noFill/>
            <a:ln>
              <a:noFill/>
            </a:ln>
          </p:spPr>
        </p:pic>
        <p:pic>
          <p:nvPicPr>
            <p:cNvPr id="30" name="Google Shape;30;p4"/>
            <p:cNvPicPr preferRelativeResize="0"/>
            <p:nvPr/>
          </p:nvPicPr>
          <p:blipFill>
            <a:blip r:embed="rId3">
              <a:alphaModFix/>
            </a:blip>
            <a:stretch>
              <a:fillRect/>
            </a:stretch>
          </p:blipFill>
          <p:spPr>
            <a:xfrm rot="5400000">
              <a:off x="-885049" y="2340284"/>
              <a:ext cx="2467774" cy="462933"/>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33" name="Google Shape;3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 name="Google Shape;34;p5"/>
          <p:cNvSpPr txBox="1">
            <a:spLocks noGrp="1"/>
          </p:cNvSpPr>
          <p:nvPr>
            <p:ph type="subTitle" idx="1"/>
          </p:nvPr>
        </p:nvSpPr>
        <p:spPr>
          <a:xfrm>
            <a:off x="5083765" y="2582715"/>
            <a:ext cx="2613300" cy="10368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5" name="Google Shape;35;p5"/>
          <p:cNvSpPr txBox="1">
            <a:spLocks noGrp="1"/>
          </p:cNvSpPr>
          <p:nvPr>
            <p:ph type="subTitle" idx="2"/>
          </p:nvPr>
        </p:nvSpPr>
        <p:spPr>
          <a:xfrm>
            <a:off x="1462395" y="2582715"/>
            <a:ext cx="2613300" cy="10368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6" name="Google Shape;36;p5"/>
          <p:cNvSpPr txBox="1">
            <a:spLocks noGrp="1"/>
          </p:cNvSpPr>
          <p:nvPr>
            <p:ph type="subTitle" idx="3"/>
          </p:nvPr>
        </p:nvSpPr>
        <p:spPr>
          <a:xfrm>
            <a:off x="5083759" y="2247315"/>
            <a:ext cx="26133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7" name="Google Shape;37;p5"/>
          <p:cNvSpPr txBox="1">
            <a:spLocks noGrp="1"/>
          </p:cNvSpPr>
          <p:nvPr>
            <p:ph type="subTitle" idx="4"/>
          </p:nvPr>
        </p:nvSpPr>
        <p:spPr>
          <a:xfrm>
            <a:off x="1462170" y="2247315"/>
            <a:ext cx="26133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38" name="Google Shape;38;p5"/>
          <p:cNvGrpSpPr/>
          <p:nvPr/>
        </p:nvGrpSpPr>
        <p:grpSpPr>
          <a:xfrm>
            <a:off x="203824" y="197287"/>
            <a:ext cx="8755913" cy="4831913"/>
            <a:chOff x="203824" y="197287"/>
            <a:chExt cx="8755913" cy="4831913"/>
          </a:xfrm>
        </p:grpSpPr>
        <p:pic>
          <p:nvPicPr>
            <p:cNvPr id="39" name="Google Shape;39;p5"/>
            <p:cNvPicPr preferRelativeResize="0"/>
            <p:nvPr/>
          </p:nvPicPr>
          <p:blipFill>
            <a:blip r:embed="rId2">
              <a:alphaModFix/>
            </a:blip>
            <a:stretch>
              <a:fillRect/>
            </a:stretch>
          </p:blipFill>
          <p:spPr>
            <a:xfrm rot="-5400000" flipH="1">
              <a:off x="7284074" y="484825"/>
              <a:ext cx="1963202" cy="1388124"/>
            </a:xfrm>
            <a:prstGeom prst="rect">
              <a:avLst/>
            </a:prstGeom>
            <a:noFill/>
            <a:ln>
              <a:noFill/>
            </a:ln>
          </p:spPr>
        </p:pic>
        <p:pic>
          <p:nvPicPr>
            <p:cNvPr id="40" name="Google Shape;40;p5"/>
            <p:cNvPicPr preferRelativeResize="0"/>
            <p:nvPr/>
          </p:nvPicPr>
          <p:blipFill>
            <a:blip r:embed="rId2">
              <a:alphaModFix/>
            </a:blip>
            <a:stretch>
              <a:fillRect/>
            </a:stretch>
          </p:blipFill>
          <p:spPr>
            <a:xfrm>
              <a:off x="203824" y="3641075"/>
              <a:ext cx="1963202" cy="1388124"/>
            </a:xfrm>
            <a:prstGeom prst="rect">
              <a:avLst/>
            </a:prstGeom>
            <a:noFill/>
            <a:ln>
              <a:noFill/>
            </a:ln>
          </p:spPr>
        </p:pic>
      </p:grpSp>
      <p:grpSp>
        <p:nvGrpSpPr>
          <p:cNvPr id="41" name="Google Shape;41;p5"/>
          <p:cNvGrpSpPr/>
          <p:nvPr/>
        </p:nvGrpSpPr>
        <p:grpSpPr>
          <a:xfrm>
            <a:off x="720000" y="146984"/>
            <a:ext cx="8023949" cy="4844116"/>
            <a:chOff x="720000" y="146984"/>
            <a:chExt cx="8023949" cy="4844116"/>
          </a:xfrm>
        </p:grpSpPr>
        <p:pic>
          <p:nvPicPr>
            <p:cNvPr id="42" name="Google Shape;42;p5"/>
            <p:cNvPicPr preferRelativeResize="0"/>
            <p:nvPr/>
          </p:nvPicPr>
          <p:blipFill rotWithShape="1">
            <a:blip r:embed="rId3">
              <a:alphaModFix/>
            </a:blip>
            <a:srcRect b="23436"/>
            <a:stretch/>
          </p:blipFill>
          <p:spPr>
            <a:xfrm>
              <a:off x="720000" y="4457700"/>
              <a:ext cx="3363601" cy="533400"/>
            </a:xfrm>
            <a:prstGeom prst="rect">
              <a:avLst/>
            </a:prstGeom>
            <a:noFill/>
            <a:ln>
              <a:noFill/>
            </a:ln>
          </p:spPr>
        </p:pic>
        <p:pic>
          <p:nvPicPr>
            <p:cNvPr id="43" name="Google Shape;43;p5"/>
            <p:cNvPicPr preferRelativeResize="0"/>
            <p:nvPr/>
          </p:nvPicPr>
          <p:blipFill rotWithShape="1">
            <a:blip r:embed="rId4">
              <a:alphaModFix/>
            </a:blip>
            <a:srcRect t="27541" r="2657"/>
            <a:stretch/>
          </p:blipFill>
          <p:spPr>
            <a:xfrm>
              <a:off x="5245100" y="146984"/>
              <a:ext cx="3498849" cy="533400"/>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1"/>
        <p:cNvGrpSpPr/>
        <p:nvPr/>
      </p:nvGrpSpPr>
      <p:grpSpPr>
        <a:xfrm>
          <a:off x="0" y="0"/>
          <a:ext cx="0" cy="0"/>
          <a:chOff x="0" y="0"/>
          <a:chExt cx="0" cy="0"/>
        </a:xfrm>
      </p:grpSpPr>
      <p:sp>
        <p:nvSpPr>
          <p:cNvPr id="72" name="Google Shape;72;p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73" name="Google Shape;73;p9"/>
          <p:cNvSpPr txBox="1">
            <a:spLocks noGrp="1"/>
          </p:cNvSpPr>
          <p:nvPr>
            <p:ph type="title"/>
          </p:nvPr>
        </p:nvSpPr>
        <p:spPr>
          <a:xfrm>
            <a:off x="2135550" y="1522704"/>
            <a:ext cx="4872900" cy="1501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800"/>
              <a:buNone/>
              <a:defRPr sz="86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4" name="Google Shape;74;p9"/>
          <p:cNvSpPr txBox="1">
            <a:spLocks noGrp="1"/>
          </p:cNvSpPr>
          <p:nvPr>
            <p:ph type="subTitle" idx="1"/>
          </p:nvPr>
        </p:nvSpPr>
        <p:spPr>
          <a:xfrm>
            <a:off x="2135550" y="2842638"/>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3"/>
        <p:cNvGrpSpPr/>
        <p:nvPr/>
      </p:nvGrpSpPr>
      <p:grpSpPr>
        <a:xfrm>
          <a:off x="0" y="0"/>
          <a:ext cx="0" cy="0"/>
          <a:chOff x="0" y="0"/>
          <a:chExt cx="0" cy="0"/>
        </a:xfrm>
      </p:grpSpPr>
      <p:sp>
        <p:nvSpPr>
          <p:cNvPr id="84" name="Google Shape;84;p1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85" name="Google Shape;8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 name="Google Shape;86;p13"/>
          <p:cNvSpPr txBox="1">
            <a:spLocks noGrp="1"/>
          </p:cNvSpPr>
          <p:nvPr>
            <p:ph type="subTitle" idx="1"/>
          </p:nvPr>
        </p:nvSpPr>
        <p:spPr>
          <a:xfrm>
            <a:off x="7200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3"/>
          <p:cNvSpPr txBox="1">
            <a:spLocks noGrp="1"/>
          </p:cNvSpPr>
          <p:nvPr>
            <p:ph type="subTitle" idx="2"/>
          </p:nvPr>
        </p:nvSpPr>
        <p:spPr>
          <a:xfrm>
            <a:off x="42149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8" name="Google Shape;88;p13"/>
          <p:cNvSpPr txBox="1">
            <a:spLocks noGrp="1"/>
          </p:cNvSpPr>
          <p:nvPr>
            <p:ph type="subTitle" idx="3"/>
          </p:nvPr>
        </p:nvSpPr>
        <p:spPr>
          <a:xfrm>
            <a:off x="7200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4"/>
          </p:nvPr>
        </p:nvSpPr>
        <p:spPr>
          <a:xfrm>
            <a:off x="42149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title" idx="5" hasCustomPrompt="1"/>
          </p:nvPr>
        </p:nvSpPr>
        <p:spPr>
          <a:xfrm>
            <a:off x="821600"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title" idx="6" hasCustomPrompt="1"/>
          </p:nvPr>
        </p:nvSpPr>
        <p:spPr>
          <a:xfrm>
            <a:off x="821600"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title" idx="7" hasCustomPrompt="1"/>
          </p:nvPr>
        </p:nvSpPr>
        <p:spPr>
          <a:xfrm>
            <a:off x="4316491"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8" hasCustomPrompt="1"/>
          </p:nvPr>
        </p:nvSpPr>
        <p:spPr>
          <a:xfrm>
            <a:off x="4316491"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9"/>
          </p:nvPr>
        </p:nvSpPr>
        <p:spPr>
          <a:xfrm>
            <a:off x="720000"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5" name="Google Shape;95;p13"/>
          <p:cNvSpPr txBox="1">
            <a:spLocks noGrp="1"/>
          </p:cNvSpPr>
          <p:nvPr>
            <p:ph type="subTitle" idx="13"/>
          </p:nvPr>
        </p:nvSpPr>
        <p:spPr>
          <a:xfrm>
            <a:off x="4214891"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6" name="Google Shape;96;p13"/>
          <p:cNvSpPr txBox="1">
            <a:spLocks noGrp="1"/>
          </p:cNvSpPr>
          <p:nvPr>
            <p:ph type="subTitle" idx="14"/>
          </p:nvPr>
        </p:nvSpPr>
        <p:spPr>
          <a:xfrm>
            <a:off x="720000"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7" name="Google Shape;97;p13"/>
          <p:cNvSpPr txBox="1">
            <a:spLocks noGrp="1"/>
          </p:cNvSpPr>
          <p:nvPr>
            <p:ph type="subTitle" idx="15"/>
          </p:nvPr>
        </p:nvSpPr>
        <p:spPr>
          <a:xfrm>
            <a:off x="4214891"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98" name="Google Shape;98;p13"/>
          <p:cNvGrpSpPr/>
          <p:nvPr/>
        </p:nvGrpSpPr>
        <p:grpSpPr>
          <a:xfrm>
            <a:off x="875350" y="127038"/>
            <a:ext cx="8033701" cy="4846535"/>
            <a:chOff x="875350" y="127038"/>
            <a:chExt cx="8033701" cy="4846535"/>
          </a:xfrm>
        </p:grpSpPr>
        <p:pic>
          <p:nvPicPr>
            <p:cNvPr id="99" name="Google Shape;99;p13"/>
            <p:cNvPicPr preferRelativeResize="0"/>
            <p:nvPr/>
          </p:nvPicPr>
          <p:blipFill>
            <a:blip r:embed="rId2">
              <a:alphaModFix/>
            </a:blip>
            <a:stretch>
              <a:fillRect/>
            </a:stretch>
          </p:blipFill>
          <p:spPr>
            <a:xfrm>
              <a:off x="7262350" y="4591273"/>
              <a:ext cx="1646700" cy="382300"/>
            </a:xfrm>
            <a:prstGeom prst="rect">
              <a:avLst/>
            </a:prstGeom>
            <a:noFill/>
            <a:ln>
              <a:noFill/>
            </a:ln>
          </p:spPr>
        </p:pic>
        <p:pic>
          <p:nvPicPr>
            <p:cNvPr id="100" name="Google Shape;100;p13"/>
            <p:cNvPicPr preferRelativeResize="0"/>
            <p:nvPr/>
          </p:nvPicPr>
          <p:blipFill>
            <a:blip r:embed="rId2">
              <a:alphaModFix/>
            </a:blip>
            <a:stretch>
              <a:fillRect/>
            </a:stretch>
          </p:blipFill>
          <p:spPr>
            <a:xfrm rot="10800000">
              <a:off x="875350" y="127038"/>
              <a:ext cx="797312" cy="185100"/>
            </a:xfrm>
            <a:prstGeom prst="rect">
              <a:avLst/>
            </a:prstGeom>
            <a:noFill/>
            <a:ln>
              <a:noFill/>
            </a:ln>
          </p:spPr>
        </p:pic>
      </p:grpSp>
      <p:grpSp>
        <p:nvGrpSpPr>
          <p:cNvPr id="101" name="Google Shape;101;p13"/>
          <p:cNvGrpSpPr/>
          <p:nvPr/>
        </p:nvGrpSpPr>
        <p:grpSpPr>
          <a:xfrm>
            <a:off x="-989124" y="-114101"/>
            <a:ext cx="9926867" cy="5390476"/>
            <a:chOff x="-989124" y="-114101"/>
            <a:chExt cx="9926867" cy="5390476"/>
          </a:xfrm>
        </p:grpSpPr>
        <p:pic>
          <p:nvPicPr>
            <p:cNvPr id="102" name="Google Shape;102;p13"/>
            <p:cNvPicPr preferRelativeResize="0"/>
            <p:nvPr/>
          </p:nvPicPr>
          <p:blipFill>
            <a:blip r:embed="rId3">
              <a:alphaModFix/>
            </a:blip>
            <a:stretch>
              <a:fillRect/>
            </a:stretch>
          </p:blipFill>
          <p:spPr>
            <a:xfrm rot="-5400000" flipH="1">
              <a:off x="7472389" y="3811021"/>
              <a:ext cx="2467774" cy="462933"/>
            </a:xfrm>
            <a:prstGeom prst="rect">
              <a:avLst/>
            </a:prstGeom>
            <a:noFill/>
            <a:ln>
              <a:noFill/>
            </a:ln>
          </p:spPr>
        </p:pic>
        <p:pic>
          <p:nvPicPr>
            <p:cNvPr id="103" name="Google Shape;103;p13"/>
            <p:cNvPicPr preferRelativeResize="0"/>
            <p:nvPr/>
          </p:nvPicPr>
          <p:blipFill>
            <a:blip r:embed="rId4">
              <a:alphaModFix/>
            </a:blip>
            <a:stretch>
              <a:fillRect/>
            </a:stretch>
          </p:blipFill>
          <p:spPr>
            <a:xfrm flipH="1">
              <a:off x="-989124" y="-114101"/>
              <a:ext cx="2123360" cy="667375"/>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77"/>
        <p:cNvGrpSpPr/>
        <p:nvPr/>
      </p:nvGrpSpPr>
      <p:grpSpPr>
        <a:xfrm>
          <a:off x="0" y="0"/>
          <a:ext cx="0" cy="0"/>
          <a:chOff x="0" y="0"/>
          <a:chExt cx="0" cy="0"/>
        </a:xfrm>
      </p:grpSpPr>
      <p:sp>
        <p:nvSpPr>
          <p:cNvPr id="178" name="Google Shape;178;p22"/>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79" name="Google Shape;179;p22"/>
          <p:cNvSpPr txBox="1">
            <a:spLocks noGrp="1"/>
          </p:cNvSpPr>
          <p:nvPr>
            <p:ph type="title"/>
          </p:nvPr>
        </p:nvSpPr>
        <p:spPr>
          <a:xfrm>
            <a:off x="720000" y="1252725"/>
            <a:ext cx="2928000" cy="15891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0" name="Google Shape;180;p22"/>
          <p:cNvSpPr txBox="1">
            <a:spLocks noGrp="1"/>
          </p:cNvSpPr>
          <p:nvPr>
            <p:ph type="subTitle" idx="1"/>
          </p:nvPr>
        </p:nvSpPr>
        <p:spPr>
          <a:xfrm>
            <a:off x="720000" y="2841735"/>
            <a:ext cx="2928000" cy="915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1" name="Google Shape;181;p22"/>
          <p:cNvSpPr>
            <a:spLocks noGrp="1"/>
          </p:cNvSpPr>
          <p:nvPr>
            <p:ph type="pic" idx="2"/>
          </p:nvPr>
        </p:nvSpPr>
        <p:spPr>
          <a:xfrm>
            <a:off x="3943350" y="533875"/>
            <a:ext cx="4487700" cy="4075800"/>
          </a:xfrm>
          <a:prstGeom prst="snip1Rect">
            <a:avLst>
              <a:gd name="adj" fmla="val 16667"/>
            </a:avLst>
          </a:prstGeom>
          <a:noFill/>
          <a:ln w="9525" cap="flat" cmpd="sng">
            <a:solidFill>
              <a:schemeClr val="accent3"/>
            </a:solidFill>
            <a:prstDash val="solid"/>
            <a:round/>
            <a:headEnd type="none" w="sm" len="sm"/>
            <a:tailEnd type="none" w="sm" len="sm"/>
          </a:ln>
        </p:spPr>
      </p:sp>
      <p:grpSp>
        <p:nvGrpSpPr>
          <p:cNvPr id="182" name="Google Shape;182;p22"/>
          <p:cNvGrpSpPr/>
          <p:nvPr/>
        </p:nvGrpSpPr>
        <p:grpSpPr>
          <a:xfrm>
            <a:off x="180975" y="163250"/>
            <a:ext cx="4743450" cy="366725"/>
            <a:chOff x="180975" y="163250"/>
            <a:chExt cx="4743450" cy="366725"/>
          </a:xfrm>
        </p:grpSpPr>
        <p:sp>
          <p:nvSpPr>
            <p:cNvPr id="183" name="Google Shape;183;p22"/>
            <p:cNvSpPr/>
            <p:nvPr/>
          </p:nvSpPr>
          <p:spPr>
            <a:xfrm>
              <a:off x="180975" y="163250"/>
              <a:ext cx="4743450" cy="366725"/>
            </a:xfrm>
            <a:custGeom>
              <a:avLst/>
              <a:gdLst/>
              <a:ahLst/>
              <a:cxnLst/>
              <a:rect l="l" t="t" r="r" b="b"/>
              <a:pathLst>
                <a:path w="189738" h="14669" extrusionOk="0">
                  <a:moveTo>
                    <a:pt x="0" y="0"/>
                  </a:moveTo>
                  <a:lnTo>
                    <a:pt x="14668" y="14669"/>
                  </a:lnTo>
                  <a:lnTo>
                    <a:pt x="39243" y="14669"/>
                  </a:lnTo>
                  <a:lnTo>
                    <a:pt x="47149" y="6763"/>
                  </a:lnTo>
                  <a:lnTo>
                    <a:pt x="69723" y="6763"/>
                  </a:lnTo>
                  <a:lnTo>
                    <a:pt x="74057" y="2429"/>
                  </a:lnTo>
                  <a:lnTo>
                    <a:pt x="97536" y="2429"/>
                  </a:lnTo>
                  <a:lnTo>
                    <a:pt x="103561" y="8453"/>
                  </a:lnTo>
                  <a:lnTo>
                    <a:pt x="189738" y="8453"/>
                  </a:lnTo>
                </a:path>
              </a:pathLst>
            </a:custGeom>
            <a:noFill/>
            <a:ln w="9525" cap="flat" cmpd="sng">
              <a:solidFill>
                <a:schemeClr val="dk2"/>
              </a:solidFill>
              <a:prstDash val="solid"/>
              <a:round/>
              <a:headEnd type="none" w="med" len="med"/>
              <a:tailEnd type="oval" w="med" len="med"/>
            </a:ln>
          </p:spPr>
        </p:sp>
        <p:cxnSp>
          <p:nvCxnSpPr>
            <p:cNvPr id="184" name="Google Shape;184;p22"/>
            <p:cNvCxnSpPr/>
            <p:nvPr/>
          </p:nvCxnSpPr>
          <p:spPr>
            <a:xfrm>
              <a:off x="180975" y="295200"/>
              <a:ext cx="2628900" cy="0"/>
            </a:xfrm>
            <a:prstGeom prst="straightConnector1">
              <a:avLst/>
            </a:prstGeom>
            <a:noFill/>
            <a:ln w="9525" cap="flat" cmpd="sng">
              <a:solidFill>
                <a:schemeClr val="accent1"/>
              </a:solidFill>
              <a:prstDash val="solid"/>
              <a:round/>
              <a:headEnd type="none" w="med" len="med"/>
              <a:tailEnd type="oval" w="med" len="med"/>
            </a:ln>
          </p:spPr>
        </p:cxnSp>
      </p:grpSp>
      <p:cxnSp>
        <p:nvCxnSpPr>
          <p:cNvPr id="185" name="Google Shape;185;p22"/>
          <p:cNvCxnSpPr/>
          <p:nvPr/>
        </p:nvCxnSpPr>
        <p:spPr>
          <a:xfrm rot="10800000" flipH="1">
            <a:off x="476250" y="4552875"/>
            <a:ext cx="723900" cy="1038300"/>
          </a:xfrm>
          <a:prstGeom prst="straightConnector1">
            <a:avLst/>
          </a:prstGeom>
          <a:noFill/>
          <a:ln w="9525" cap="flat" cmpd="sng">
            <a:solidFill>
              <a:schemeClr val="accent1"/>
            </a:solidFill>
            <a:prstDash val="solid"/>
            <a:round/>
            <a:headEnd type="none" w="med" len="med"/>
            <a:tailEnd type="oval" w="med" len="med"/>
          </a:ln>
        </p:spPr>
      </p:cxnSp>
      <p:cxnSp>
        <p:nvCxnSpPr>
          <p:cNvPr id="186" name="Google Shape;186;p22"/>
          <p:cNvCxnSpPr/>
          <p:nvPr/>
        </p:nvCxnSpPr>
        <p:spPr>
          <a:xfrm rot="10800000" flipH="1">
            <a:off x="180975" y="4800525"/>
            <a:ext cx="723900" cy="1038300"/>
          </a:xfrm>
          <a:prstGeom prst="straightConnector1">
            <a:avLst/>
          </a:prstGeom>
          <a:noFill/>
          <a:ln w="9525" cap="flat" cmpd="sng">
            <a:solidFill>
              <a:schemeClr val="accent2"/>
            </a:solidFill>
            <a:prstDash val="solid"/>
            <a:round/>
            <a:headEnd type="none" w="med" len="med"/>
            <a:tailEnd type="oval" w="med" len="med"/>
          </a:ln>
        </p:spPr>
      </p:cxnSp>
      <p:pic>
        <p:nvPicPr>
          <p:cNvPr id="187" name="Google Shape;187;p22"/>
          <p:cNvPicPr preferRelativeResize="0"/>
          <p:nvPr/>
        </p:nvPicPr>
        <p:blipFill rotWithShape="1">
          <a:blip r:embed="rId2">
            <a:alphaModFix/>
          </a:blip>
          <a:srcRect l="3855" b="9990"/>
          <a:stretch/>
        </p:blipFill>
        <p:spPr>
          <a:xfrm>
            <a:off x="180975" y="4188419"/>
            <a:ext cx="2372526" cy="8122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88"/>
        <p:cNvGrpSpPr/>
        <p:nvPr/>
      </p:nvGrpSpPr>
      <p:grpSpPr>
        <a:xfrm>
          <a:off x="0" y="0"/>
          <a:ext cx="0" cy="0"/>
          <a:chOff x="0" y="0"/>
          <a:chExt cx="0" cy="0"/>
        </a:xfrm>
      </p:grpSpPr>
      <p:sp>
        <p:nvSpPr>
          <p:cNvPr id="189" name="Google Shape;189;p2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90" name="Google Shape;190;p23"/>
          <p:cNvSpPr txBox="1">
            <a:spLocks noGrp="1"/>
          </p:cNvSpPr>
          <p:nvPr>
            <p:ph type="title"/>
          </p:nvPr>
        </p:nvSpPr>
        <p:spPr>
          <a:xfrm>
            <a:off x="713225" y="1528613"/>
            <a:ext cx="3015000" cy="11280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1" name="Google Shape;191;p23"/>
          <p:cNvSpPr txBox="1">
            <a:spLocks noGrp="1"/>
          </p:cNvSpPr>
          <p:nvPr>
            <p:ph type="subTitle" idx="1"/>
          </p:nvPr>
        </p:nvSpPr>
        <p:spPr>
          <a:xfrm>
            <a:off x="713225" y="2580488"/>
            <a:ext cx="3015000" cy="103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92" name="Google Shape;192;p23"/>
          <p:cNvGrpSpPr/>
          <p:nvPr/>
        </p:nvGrpSpPr>
        <p:grpSpPr>
          <a:xfrm>
            <a:off x="-1048048" y="113877"/>
            <a:ext cx="11045523" cy="5029623"/>
            <a:chOff x="-1048048" y="113877"/>
            <a:chExt cx="11045523" cy="5029623"/>
          </a:xfrm>
        </p:grpSpPr>
        <p:pic>
          <p:nvPicPr>
            <p:cNvPr id="193" name="Google Shape;193;p23"/>
            <p:cNvPicPr preferRelativeResize="0"/>
            <p:nvPr/>
          </p:nvPicPr>
          <p:blipFill>
            <a:blip r:embed="rId2">
              <a:alphaModFix/>
            </a:blip>
            <a:stretch>
              <a:fillRect/>
            </a:stretch>
          </p:blipFill>
          <p:spPr>
            <a:xfrm rot="-2700000">
              <a:off x="-1245774" y="918571"/>
              <a:ext cx="2467773" cy="462934"/>
            </a:xfrm>
            <a:prstGeom prst="rect">
              <a:avLst/>
            </a:prstGeom>
            <a:noFill/>
            <a:ln>
              <a:noFill/>
            </a:ln>
          </p:spPr>
        </p:pic>
        <p:pic>
          <p:nvPicPr>
            <p:cNvPr id="194" name="Google Shape;194;p23"/>
            <p:cNvPicPr preferRelativeResize="0"/>
            <p:nvPr/>
          </p:nvPicPr>
          <p:blipFill>
            <a:blip r:embed="rId2">
              <a:alphaModFix/>
            </a:blip>
            <a:stretch>
              <a:fillRect/>
            </a:stretch>
          </p:blipFill>
          <p:spPr>
            <a:xfrm rot="-2700000">
              <a:off x="7727426" y="3875871"/>
              <a:ext cx="2467773" cy="462934"/>
            </a:xfrm>
            <a:prstGeom prst="rect">
              <a:avLst/>
            </a:prstGeom>
            <a:noFill/>
            <a:ln>
              <a:noFill/>
            </a:ln>
          </p:spPr>
        </p:pic>
      </p:grpSp>
      <p:grpSp>
        <p:nvGrpSpPr>
          <p:cNvPr id="195" name="Google Shape;195;p23"/>
          <p:cNvGrpSpPr/>
          <p:nvPr/>
        </p:nvGrpSpPr>
        <p:grpSpPr>
          <a:xfrm>
            <a:off x="-573001" y="4645068"/>
            <a:ext cx="2487186" cy="603331"/>
            <a:chOff x="162825" y="4587541"/>
            <a:chExt cx="1763711" cy="427833"/>
          </a:xfrm>
        </p:grpSpPr>
        <p:pic>
          <p:nvPicPr>
            <p:cNvPr id="196" name="Google Shape;196;p23"/>
            <p:cNvPicPr preferRelativeResize="0"/>
            <p:nvPr/>
          </p:nvPicPr>
          <p:blipFill>
            <a:blip r:embed="rId3">
              <a:alphaModFix amt="46000"/>
            </a:blip>
            <a:stretch>
              <a:fillRect/>
            </a:stretch>
          </p:blipFill>
          <p:spPr>
            <a:xfrm>
              <a:off x="162825" y="4648923"/>
              <a:ext cx="1578400" cy="366450"/>
            </a:xfrm>
            <a:prstGeom prst="rect">
              <a:avLst/>
            </a:prstGeom>
            <a:noFill/>
            <a:ln>
              <a:noFill/>
            </a:ln>
          </p:spPr>
        </p:pic>
        <p:pic>
          <p:nvPicPr>
            <p:cNvPr id="197" name="Google Shape;197;p23"/>
            <p:cNvPicPr preferRelativeResize="0"/>
            <p:nvPr/>
          </p:nvPicPr>
          <p:blipFill>
            <a:blip r:embed="rId3">
              <a:alphaModFix/>
            </a:blip>
            <a:stretch>
              <a:fillRect/>
            </a:stretch>
          </p:blipFill>
          <p:spPr>
            <a:xfrm>
              <a:off x="819963" y="4758475"/>
              <a:ext cx="1106574" cy="256900"/>
            </a:xfrm>
            <a:prstGeom prst="rect">
              <a:avLst/>
            </a:prstGeom>
            <a:noFill/>
            <a:ln>
              <a:noFill/>
            </a:ln>
          </p:spPr>
        </p:pic>
        <p:pic>
          <p:nvPicPr>
            <p:cNvPr id="198" name="Google Shape;198;p23"/>
            <p:cNvPicPr preferRelativeResize="0"/>
            <p:nvPr/>
          </p:nvPicPr>
          <p:blipFill>
            <a:blip r:embed="rId3">
              <a:alphaModFix amt="88000"/>
            </a:blip>
            <a:stretch>
              <a:fillRect/>
            </a:stretch>
          </p:blipFill>
          <p:spPr>
            <a:xfrm>
              <a:off x="440163" y="4587541"/>
              <a:ext cx="1106574" cy="256900"/>
            </a:xfrm>
            <a:prstGeom prst="rect">
              <a:avLst/>
            </a:prstGeom>
            <a:noFill/>
            <a:ln>
              <a:noFill/>
            </a:ln>
          </p:spPr>
        </p:pic>
      </p:grpSp>
      <p:pic>
        <p:nvPicPr>
          <p:cNvPr id="199" name="Google Shape;199;p23"/>
          <p:cNvPicPr preferRelativeResize="0"/>
          <p:nvPr/>
        </p:nvPicPr>
        <p:blipFill rotWithShape="1">
          <a:blip r:embed="rId4">
            <a:alphaModFix/>
          </a:blip>
          <a:srcRect b="25997"/>
          <a:stretch/>
        </p:blipFill>
        <p:spPr>
          <a:xfrm rot="10800000">
            <a:off x="440169" y="150028"/>
            <a:ext cx="3638426" cy="5576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3">
  <p:cSld name="CUSTOM_4_1">
    <p:spTree>
      <p:nvGrpSpPr>
        <p:cNvPr id="1" name="Shape 212"/>
        <p:cNvGrpSpPr/>
        <p:nvPr/>
      </p:nvGrpSpPr>
      <p:grpSpPr>
        <a:xfrm>
          <a:off x="0" y="0"/>
          <a:ext cx="0" cy="0"/>
          <a:chOff x="0" y="0"/>
          <a:chExt cx="0" cy="0"/>
        </a:xfrm>
      </p:grpSpPr>
      <p:sp>
        <p:nvSpPr>
          <p:cNvPr id="213" name="Google Shape;213;p25"/>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14" name="Google Shape;214;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5" name="Google Shape;215;p25"/>
          <p:cNvSpPr txBox="1">
            <a:spLocks noGrp="1"/>
          </p:cNvSpPr>
          <p:nvPr>
            <p:ph type="body" idx="1"/>
          </p:nvPr>
        </p:nvSpPr>
        <p:spPr>
          <a:xfrm>
            <a:off x="720000" y="1063350"/>
            <a:ext cx="7704000" cy="1117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34"/>
        <p:cNvGrpSpPr/>
        <p:nvPr/>
      </p:nvGrpSpPr>
      <p:grpSpPr>
        <a:xfrm>
          <a:off x="0" y="0"/>
          <a:ext cx="0" cy="0"/>
          <a:chOff x="0" y="0"/>
          <a:chExt cx="0" cy="0"/>
        </a:xfrm>
      </p:grpSpPr>
      <p:sp>
        <p:nvSpPr>
          <p:cNvPr id="235" name="Google Shape;235;p2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36" name="Google Shape;236;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7" name="Google Shape;237;p28"/>
          <p:cNvSpPr txBox="1">
            <a:spLocks noGrp="1"/>
          </p:cNvSpPr>
          <p:nvPr>
            <p:ph type="subTitle" idx="1"/>
          </p:nvPr>
        </p:nvSpPr>
        <p:spPr>
          <a:xfrm>
            <a:off x="720000" y="2535201"/>
            <a:ext cx="1979400" cy="101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8" name="Google Shape;238;p28"/>
          <p:cNvSpPr txBox="1">
            <a:spLocks noGrp="1"/>
          </p:cNvSpPr>
          <p:nvPr>
            <p:ph type="subTitle" idx="2"/>
          </p:nvPr>
        </p:nvSpPr>
        <p:spPr>
          <a:xfrm>
            <a:off x="3588648" y="2535201"/>
            <a:ext cx="1979400" cy="101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9" name="Google Shape;239;p28"/>
          <p:cNvSpPr txBox="1">
            <a:spLocks noGrp="1"/>
          </p:cNvSpPr>
          <p:nvPr>
            <p:ph type="subTitle" idx="3"/>
          </p:nvPr>
        </p:nvSpPr>
        <p:spPr>
          <a:xfrm>
            <a:off x="6444602" y="2535201"/>
            <a:ext cx="1979400" cy="101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0" name="Google Shape;240;p28"/>
          <p:cNvSpPr txBox="1">
            <a:spLocks noGrp="1"/>
          </p:cNvSpPr>
          <p:nvPr>
            <p:ph type="subTitle" idx="4"/>
          </p:nvPr>
        </p:nvSpPr>
        <p:spPr>
          <a:xfrm>
            <a:off x="720000" y="2199800"/>
            <a:ext cx="19794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41" name="Google Shape;241;p28"/>
          <p:cNvSpPr txBox="1">
            <a:spLocks noGrp="1"/>
          </p:cNvSpPr>
          <p:nvPr>
            <p:ph type="subTitle" idx="5"/>
          </p:nvPr>
        </p:nvSpPr>
        <p:spPr>
          <a:xfrm>
            <a:off x="3588651" y="2199800"/>
            <a:ext cx="19794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42" name="Google Shape;242;p28"/>
          <p:cNvSpPr txBox="1">
            <a:spLocks noGrp="1"/>
          </p:cNvSpPr>
          <p:nvPr>
            <p:ph type="subTitle" idx="6"/>
          </p:nvPr>
        </p:nvSpPr>
        <p:spPr>
          <a:xfrm>
            <a:off x="6444603" y="2199800"/>
            <a:ext cx="19794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243" name="Google Shape;243;p28"/>
          <p:cNvGrpSpPr/>
          <p:nvPr/>
        </p:nvGrpSpPr>
        <p:grpSpPr>
          <a:xfrm>
            <a:off x="5873750" y="224313"/>
            <a:ext cx="2940050" cy="224425"/>
            <a:chOff x="5873750" y="224313"/>
            <a:chExt cx="2940050" cy="224425"/>
          </a:xfrm>
        </p:grpSpPr>
        <p:cxnSp>
          <p:nvCxnSpPr>
            <p:cNvPr id="244" name="Google Shape;244;p28"/>
            <p:cNvCxnSpPr/>
            <p:nvPr/>
          </p:nvCxnSpPr>
          <p:spPr>
            <a:xfrm>
              <a:off x="5873750" y="290288"/>
              <a:ext cx="1981200" cy="0"/>
            </a:xfrm>
            <a:prstGeom prst="straightConnector1">
              <a:avLst/>
            </a:prstGeom>
            <a:noFill/>
            <a:ln w="9525" cap="flat" cmpd="sng">
              <a:solidFill>
                <a:schemeClr val="accent1"/>
              </a:solidFill>
              <a:prstDash val="solid"/>
              <a:round/>
              <a:headEnd type="oval" w="med" len="med"/>
              <a:tailEnd type="none" w="med" len="med"/>
            </a:ln>
          </p:spPr>
        </p:cxnSp>
        <p:sp>
          <p:nvSpPr>
            <p:cNvPr id="245" name="Google Shape;245;p28"/>
            <p:cNvSpPr/>
            <p:nvPr/>
          </p:nvSpPr>
          <p:spPr>
            <a:xfrm rot="10800000">
              <a:off x="6800850" y="224313"/>
              <a:ext cx="2012950" cy="224425"/>
            </a:xfrm>
            <a:custGeom>
              <a:avLst/>
              <a:gdLst/>
              <a:ahLst/>
              <a:cxnLst/>
              <a:rect l="l" t="t" r="r" b="b"/>
              <a:pathLst>
                <a:path w="80518" h="8977" extrusionOk="0">
                  <a:moveTo>
                    <a:pt x="0" y="8977"/>
                  </a:moveTo>
                  <a:lnTo>
                    <a:pt x="36830" y="8977"/>
                  </a:lnTo>
                  <a:lnTo>
                    <a:pt x="42013" y="0"/>
                  </a:lnTo>
                  <a:lnTo>
                    <a:pt x="70358" y="0"/>
                  </a:lnTo>
                  <a:lnTo>
                    <a:pt x="80518" y="0"/>
                  </a:lnTo>
                </a:path>
              </a:pathLst>
            </a:custGeom>
            <a:noFill/>
            <a:ln w="9525" cap="flat" cmpd="sng">
              <a:solidFill>
                <a:schemeClr val="lt2"/>
              </a:solidFill>
              <a:prstDash val="solid"/>
              <a:round/>
              <a:headEnd type="none" w="med" len="med"/>
              <a:tailEnd type="oval" w="med" len="med"/>
            </a:ln>
          </p:spPr>
        </p:sp>
      </p:grpSp>
      <p:grpSp>
        <p:nvGrpSpPr>
          <p:cNvPr id="246" name="Google Shape;246;p28"/>
          <p:cNvGrpSpPr/>
          <p:nvPr/>
        </p:nvGrpSpPr>
        <p:grpSpPr>
          <a:xfrm>
            <a:off x="3124200" y="4610350"/>
            <a:ext cx="3549651" cy="387101"/>
            <a:chOff x="3124200" y="4610350"/>
            <a:chExt cx="3549651" cy="387101"/>
          </a:xfrm>
        </p:grpSpPr>
        <p:pic>
          <p:nvPicPr>
            <p:cNvPr id="247" name="Google Shape;247;p28"/>
            <p:cNvPicPr preferRelativeResize="0"/>
            <p:nvPr/>
          </p:nvPicPr>
          <p:blipFill rotWithShape="1">
            <a:blip r:embed="rId2">
              <a:alphaModFix/>
            </a:blip>
            <a:srcRect t="58031" b="6290"/>
            <a:stretch/>
          </p:blipFill>
          <p:spPr>
            <a:xfrm>
              <a:off x="4245892" y="4610350"/>
              <a:ext cx="2427959" cy="387101"/>
            </a:xfrm>
            <a:prstGeom prst="rect">
              <a:avLst/>
            </a:prstGeom>
            <a:noFill/>
            <a:ln>
              <a:noFill/>
            </a:ln>
          </p:spPr>
        </p:pic>
        <p:pic>
          <p:nvPicPr>
            <p:cNvPr id="248" name="Google Shape;248;p28"/>
            <p:cNvPicPr preferRelativeResize="0"/>
            <p:nvPr/>
          </p:nvPicPr>
          <p:blipFill rotWithShape="1">
            <a:blip r:embed="rId3">
              <a:alphaModFix/>
            </a:blip>
            <a:srcRect l="23295" t="76293"/>
            <a:stretch/>
          </p:blipFill>
          <p:spPr>
            <a:xfrm rot="10800000">
              <a:off x="3124200" y="4639375"/>
              <a:ext cx="1505849" cy="329075"/>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249"/>
        <p:cNvGrpSpPr/>
        <p:nvPr/>
      </p:nvGrpSpPr>
      <p:grpSpPr>
        <a:xfrm>
          <a:off x="0" y="0"/>
          <a:ext cx="0" cy="0"/>
          <a:chOff x="0" y="0"/>
          <a:chExt cx="0" cy="0"/>
        </a:xfrm>
      </p:grpSpPr>
      <p:sp>
        <p:nvSpPr>
          <p:cNvPr id="250" name="Google Shape;250;p2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51" name="Google Shape;251;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2" name="Google Shape;252;p29"/>
          <p:cNvSpPr txBox="1">
            <a:spLocks noGrp="1"/>
          </p:cNvSpPr>
          <p:nvPr>
            <p:ph type="subTitle" idx="1"/>
          </p:nvPr>
        </p:nvSpPr>
        <p:spPr>
          <a:xfrm>
            <a:off x="715087" y="3559688"/>
            <a:ext cx="210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3" name="Google Shape;253;p29"/>
          <p:cNvSpPr txBox="1">
            <a:spLocks noGrp="1"/>
          </p:cNvSpPr>
          <p:nvPr>
            <p:ph type="subTitle" idx="2"/>
          </p:nvPr>
        </p:nvSpPr>
        <p:spPr>
          <a:xfrm>
            <a:off x="3514687" y="2028188"/>
            <a:ext cx="210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4" name="Google Shape;254;p29"/>
          <p:cNvSpPr txBox="1">
            <a:spLocks noGrp="1"/>
          </p:cNvSpPr>
          <p:nvPr>
            <p:ph type="subTitle" idx="3"/>
          </p:nvPr>
        </p:nvSpPr>
        <p:spPr>
          <a:xfrm>
            <a:off x="6321062" y="3559688"/>
            <a:ext cx="210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5" name="Google Shape;255;p29"/>
          <p:cNvSpPr txBox="1">
            <a:spLocks noGrp="1"/>
          </p:cNvSpPr>
          <p:nvPr>
            <p:ph type="subTitle" idx="4"/>
          </p:nvPr>
        </p:nvSpPr>
        <p:spPr>
          <a:xfrm>
            <a:off x="715087" y="3224288"/>
            <a:ext cx="21048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56" name="Google Shape;256;p29"/>
          <p:cNvSpPr txBox="1">
            <a:spLocks noGrp="1"/>
          </p:cNvSpPr>
          <p:nvPr>
            <p:ph type="subTitle" idx="5"/>
          </p:nvPr>
        </p:nvSpPr>
        <p:spPr>
          <a:xfrm>
            <a:off x="3514692" y="1692788"/>
            <a:ext cx="21048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57" name="Google Shape;257;p29"/>
          <p:cNvSpPr txBox="1">
            <a:spLocks noGrp="1"/>
          </p:cNvSpPr>
          <p:nvPr>
            <p:ph type="subTitle" idx="6"/>
          </p:nvPr>
        </p:nvSpPr>
        <p:spPr>
          <a:xfrm>
            <a:off x="6321065" y="3224288"/>
            <a:ext cx="21048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258" name="Google Shape;258;p29"/>
          <p:cNvGrpSpPr/>
          <p:nvPr/>
        </p:nvGrpSpPr>
        <p:grpSpPr>
          <a:xfrm>
            <a:off x="4581826" y="29475"/>
            <a:ext cx="4382624" cy="638225"/>
            <a:chOff x="4581826" y="29475"/>
            <a:chExt cx="4382624" cy="638225"/>
          </a:xfrm>
        </p:grpSpPr>
        <p:pic>
          <p:nvPicPr>
            <p:cNvPr id="259" name="Google Shape;259;p29"/>
            <p:cNvPicPr preferRelativeResize="0"/>
            <p:nvPr/>
          </p:nvPicPr>
          <p:blipFill rotWithShape="1">
            <a:blip r:embed="rId2">
              <a:alphaModFix/>
            </a:blip>
            <a:srcRect l="3250"/>
            <a:stretch/>
          </p:blipFill>
          <p:spPr>
            <a:xfrm flipH="1">
              <a:off x="6999925" y="29475"/>
              <a:ext cx="1964525" cy="638225"/>
            </a:xfrm>
            <a:prstGeom prst="rect">
              <a:avLst/>
            </a:prstGeom>
            <a:noFill/>
            <a:ln>
              <a:noFill/>
            </a:ln>
          </p:spPr>
        </p:pic>
        <p:pic>
          <p:nvPicPr>
            <p:cNvPr id="260" name="Google Shape;260;p29"/>
            <p:cNvPicPr preferRelativeResize="0"/>
            <p:nvPr/>
          </p:nvPicPr>
          <p:blipFill>
            <a:blip r:embed="rId3">
              <a:alphaModFix/>
            </a:blip>
            <a:stretch>
              <a:fillRect/>
            </a:stretch>
          </p:blipFill>
          <p:spPr>
            <a:xfrm>
              <a:off x="4581826" y="36796"/>
              <a:ext cx="2467774" cy="462933"/>
            </a:xfrm>
            <a:prstGeom prst="rect">
              <a:avLst/>
            </a:prstGeom>
            <a:noFill/>
            <a:ln>
              <a:noFill/>
            </a:ln>
          </p:spPr>
        </p:pic>
      </p:grpSp>
      <p:pic>
        <p:nvPicPr>
          <p:cNvPr id="261" name="Google Shape;261;p29"/>
          <p:cNvPicPr preferRelativeResize="0"/>
          <p:nvPr/>
        </p:nvPicPr>
        <p:blipFill rotWithShape="1">
          <a:blip r:embed="rId4">
            <a:alphaModFix/>
          </a:blip>
          <a:srcRect l="3855" b="9990"/>
          <a:stretch/>
        </p:blipFill>
        <p:spPr>
          <a:xfrm flipH="1">
            <a:off x="6859648" y="4274802"/>
            <a:ext cx="2104802" cy="72054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62"/>
        <p:cNvGrpSpPr/>
        <p:nvPr/>
      </p:nvGrpSpPr>
      <p:grpSpPr>
        <a:xfrm>
          <a:off x="0" y="0"/>
          <a:ext cx="0" cy="0"/>
          <a:chOff x="0" y="0"/>
          <a:chExt cx="0" cy="0"/>
        </a:xfrm>
      </p:grpSpPr>
      <p:sp>
        <p:nvSpPr>
          <p:cNvPr id="263" name="Google Shape;263;p30"/>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64" name="Google Shape;264;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5" name="Google Shape;265;p30"/>
          <p:cNvSpPr txBox="1">
            <a:spLocks noGrp="1"/>
          </p:cNvSpPr>
          <p:nvPr>
            <p:ph type="subTitle" idx="1"/>
          </p:nvPr>
        </p:nvSpPr>
        <p:spPr>
          <a:xfrm>
            <a:off x="1838848" y="2095550"/>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6" name="Google Shape;266;p30"/>
          <p:cNvSpPr txBox="1">
            <a:spLocks noGrp="1"/>
          </p:cNvSpPr>
          <p:nvPr>
            <p:ph type="subTitle" idx="2"/>
          </p:nvPr>
        </p:nvSpPr>
        <p:spPr>
          <a:xfrm>
            <a:off x="5326952" y="2095550"/>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7" name="Google Shape;267;p30"/>
          <p:cNvSpPr txBox="1">
            <a:spLocks noGrp="1"/>
          </p:cNvSpPr>
          <p:nvPr>
            <p:ph type="subTitle" idx="3"/>
          </p:nvPr>
        </p:nvSpPr>
        <p:spPr>
          <a:xfrm>
            <a:off x="1838848" y="3719125"/>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8" name="Google Shape;268;p30"/>
          <p:cNvSpPr txBox="1">
            <a:spLocks noGrp="1"/>
          </p:cNvSpPr>
          <p:nvPr>
            <p:ph type="subTitle" idx="4"/>
          </p:nvPr>
        </p:nvSpPr>
        <p:spPr>
          <a:xfrm>
            <a:off x="5326952" y="3719125"/>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9" name="Google Shape;269;p30"/>
          <p:cNvSpPr txBox="1">
            <a:spLocks noGrp="1"/>
          </p:cNvSpPr>
          <p:nvPr>
            <p:ph type="subTitle" idx="5"/>
          </p:nvPr>
        </p:nvSpPr>
        <p:spPr>
          <a:xfrm>
            <a:off x="1838848" y="1760150"/>
            <a:ext cx="19782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70" name="Google Shape;270;p30"/>
          <p:cNvSpPr txBox="1">
            <a:spLocks noGrp="1"/>
          </p:cNvSpPr>
          <p:nvPr>
            <p:ph type="subTitle" idx="6"/>
          </p:nvPr>
        </p:nvSpPr>
        <p:spPr>
          <a:xfrm>
            <a:off x="1838848" y="3383725"/>
            <a:ext cx="19782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71" name="Google Shape;271;p30"/>
          <p:cNvSpPr txBox="1">
            <a:spLocks noGrp="1"/>
          </p:cNvSpPr>
          <p:nvPr>
            <p:ph type="subTitle" idx="7"/>
          </p:nvPr>
        </p:nvSpPr>
        <p:spPr>
          <a:xfrm>
            <a:off x="5326948" y="1760150"/>
            <a:ext cx="19782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72" name="Google Shape;272;p30"/>
          <p:cNvSpPr txBox="1">
            <a:spLocks noGrp="1"/>
          </p:cNvSpPr>
          <p:nvPr>
            <p:ph type="subTitle" idx="8"/>
          </p:nvPr>
        </p:nvSpPr>
        <p:spPr>
          <a:xfrm>
            <a:off x="5326948" y="3383725"/>
            <a:ext cx="19782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273" name="Google Shape;273;p30"/>
          <p:cNvGrpSpPr/>
          <p:nvPr/>
        </p:nvGrpSpPr>
        <p:grpSpPr>
          <a:xfrm>
            <a:off x="181125" y="4560350"/>
            <a:ext cx="1734684" cy="459650"/>
            <a:chOff x="181125" y="4560350"/>
            <a:chExt cx="1734684" cy="459650"/>
          </a:xfrm>
        </p:grpSpPr>
        <p:pic>
          <p:nvPicPr>
            <p:cNvPr id="274" name="Google Shape;274;p30"/>
            <p:cNvPicPr preferRelativeResize="0"/>
            <p:nvPr/>
          </p:nvPicPr>
          <p:blipFill rotWithShape="1">
            <a:blip r:embed="rId2">
              <a:alphaModFix/>
            </a:blip>
            <a:srcRect l="12380"/>
            <a:stretch/>
          </p:blipFill>
          <p:spPr>
            <a:xfrm>
              <a:off x="181125" y="4560350"/>
              <a:ext cx="1734684" cy="459650"/>
            </a:xfrm>
            <a:prstGeom prst="rect">
              <a:avLst/>
            </a:prstGeom>
            <a:noFill/>
            <a:ln>
              <a:noFill/>
            </a:ln>
          </p:spPr>
        </p:pic>
        <p:pic>
          <p:nvPicPr>
            <p:cNvPr id="275" name="Google Shape;275;p30"/>
            <p:cNvPicPr preferRelativeResize="0"/>
            <p:nvPr/>
          </p:nvPicPr>
          <p:blipFill>
            <a:blip r:embed="rId3">
              <a:alphaModFix/>
            </a:blip>
            <a:stretch>
              <a:fillRect/>
            </a:stretch>
          </p:blipFill>
          <p:spPr>
            <a:xfrm rot="10800000">
              <a:off x="820024" y="4668699"/>
              <a:ext cx="456876" cy="242950"/>
            </a:xfrm>
            <a:prstGeom prst="rect">
              <a:avLst/>
            </a:prstGeom>
            <a:noFill/>
            <a:ln>
              <a:noFill/>
            </a:ln>
          </p:spPr>
        </p:pic>
      </p:grpSp>
      <p:grpSp>
        <p:nvGrpSpPr>
          <p:cNvPr id="276" name="Google Shape;276;p30"/>
          <p:cNvGrpSpPr/>
          <p:nvPr/>
        </p:nvGrpSpPr>
        <p:grpSpPr>
          <a:xfrm>
            <a:off x="7422124" y="2694275"/>
            <a:ext cx="1502801" cy="3032450"/>
            <a:chOff x="7364974" y="2694275"/>
            <a:chExt cx="1502801" cy="3032450"/>
          </a:xfrm>
        </p:grpSpPr>
        <p:pic>
          <p:nvPicPr>
            <p:cNvPr id="277" name="Google Shape;277;p30"/>
            <p:cNvPicPr preferRelativeResize="0"/>
            <p:nvPr/>
          </p:nvPicPr>
          <p:blipFill rotWithShape="1">
            <a:blip r:embed="rId4">
              <a:alphaModFix amt="39000"/>
            </a:blip>
            <a:srcRect b="78197"/>
            <a:stretch/>
          </p:blipFill>
          <p:spPr>
            <a:xfrm rot="5400000">
              <a:off x="6281062" y="3997262"/>
              <a:ext cx="2813374" cy="645550"/>
            </a:xfrm>
            <a:prstGeom prst="rect">
              <a:avLst/>
            </a:prstGeom>
            <a:noFill/>
            <a:ln>
              <a:noFill/>
            </a:ln>
          </p:spPr>
        </p:pic>
        <p:pic>
          <p:nvPicPr>
            <p:cNvPr id="278" name="Google Shape;278;p30"/>
            <p:cNvPicPr preferRelativeResize="0"/>
            <p:nvPr/>
          </p:nvPicPr>
          <p:blipFill rotWithShape="1">
            <a:blip r:embed="rId4">
              <a:alphaModFix/>
            </a:blip>
            <a:srcRect l="2040" t="55998" r="-2039" b="7400"/>
            <a:stretch/>
          </p:blipFill>
          <p:spPr>
            <a:xfrm rot="5400000">
              <a:off x="6919238" y="3559112"/>
              <a:ext cx="2813374" cy="1083700"/>
            </a:xfrm>
            <a:prstGeom prst="rect">
              <a:avLst/>
            </a:prstGeom>
            <a:noFill/>
            <a:ln>
              <a:noFill/>
            </a:ln>
          </p:spPr>
        </p:pic>
      </p:grpSp>
      <p:grpSp>
        <p:nvGrpSpPr>
          <p:cNvPr id="279" name="Google Shape;279;p30"/>
          <p:cNvGrpSpPr/>
          <p:nvPr/>
        </p:nvGrpSpPr>
        <p:grpSpPr>
          <a:xfrm>
            <a:off x="3408501" y="149950"/>
            <a:ext cx="4900549" cy="508917"/>
            <a:chOff x="3408501" y="149950"/>
            <a:chExt cx="4900549" cy="508917"/>
          </a:xfrm>
        </p:grpSpPr>
        <p:pic>
          <p:nvPicPr>
            <p:cNvPr id="280" name="Google Shape;280;p30"/>
            <p:cNvPicPr preferRelativeResize="0"/>
            <p:nvPr/>
          </p:nvPicPr>
          <p:blipFill rotWithShape="1">
            <a:blip r:embed="rId5">
              <a:alphaModFix amt="85000"/>
            </a:blip>
            <a:srcRect b="25816"/>
            <a:stretch/>
          </p:blipFill>
          <p:spPr>
            <a:xfrm rot="10800000">
              <a:off x="4323049" y="149950"/>
              <a:ext cx="3986000" cy="459650"/>
            </a:xfrm>
            <a:prstGeom prst="rect">
              <a:avLst/>
            </a:prstGeom>
            <a:noFill/>
            <a:ln>
              <a:noFill/>
            </a:ln>
          </p:spPr>
        </p:pic>
        <p:pic>
          <p:nvPicPr>
            <p:cNvPr id="281" name="Google Shape;281;p30"/>
            <p:cNvPicPr preferRelativeResize="0"/>
            <p:nvPr/>
          </p:nvPicPr>
          <p:blipFill>
            <a:blip r:embed="rId6">
              <a:alphaModFix/>
            </a:blip>
            <a:stretch>
              <a:fillRect/>
            </a:stretch>
          </p:blipFill>
          <p:spPr>
            <a:xfrm rot="10800000">
              <a:off x="3408501" y="195934"/>
              <a:ext cx="2467774" cy="462933"/>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19"/>
        <p:cNvGrpSpPr/>
        <p:nvPr/>
      </p:nvGrpSpPr>
      <p:grpSpPr>
        <a:xfrm>
          <a:off x="0" y="0"/>
          <a:ext cx="0" cy="0"/>
          <a:chOff x="0" y="0"/>
          <a:chExt cx="0" cy="0"/>
        </a:xfrm>
      </p:grpSpPr>
      <p:sp>
        <p:nvSpPr>
          <p:cNvPr id="320" name="Google Shape;320;p3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321" name="Google Shape;321;p33"/>
          <p:cNvSpPr txBox="1">
            <a:spLocks noGrp="1"/>
          </p:cNvSpPr>
          <p:nvPr>
            <p:ph type="title" hasCustomPrompt="1"/>
          </p:nvPr>
        </p:nvSpPr>
        <p:spPr>
          <a:xfrm>
            <a:off x="804175" y="1316575"/>
            <a:ext cx="3291600" cy="696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3500">
                <a:solidFill>
                  <a:schemeClr val="accent3"/>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22" name="Google Shape;322;p33"/>
          <p:cNvSpPr txBox="1">
            <a:spLocks noGrp="1"/>
          </p:cNvSpPr>
          <p:nvPr>
            <p:ph type="subTitle" idx="1"/>
          </p:nvPr>
        </p:nvSpPr>
        <p:spPr>
          <a:xfrm>
            <a:off x="713225" y="2013175"/>
            <a:ext cx="3382500" cy="405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15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23" name="Google Shape;323;p33"/>
          <p:cNvSpPr txBox="1">
            <a:spLocks noGrp="1"/>
          </p:cNvSpPr>
          <p:nvPr>
            <p:ph type="title" idx="2" hasCustomPrompt="1"/>
          </p:nvPr>
        </p:nvSpPr>
        <p:spPr>
          <a:xfrm>
            <a:off x="5139225" y="1316575"/>
            <a:ext cx="3291600" cy="696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3500">
                <a:solidFill>
                  <a:schemeClr val="accent3"/>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24" name="Google Shape;324;p33"/>
          <p:cNvSpPr txBox="1">
            <a:spLocks noGrp="1"/>
          </p:cNvSpPr>
          <p:nvPr>
            <p:ph type="subTitle" idx="3"/>
          </p:nvPr>
        </p:nvSpPr>
        <p:spPr>
          <a:xfrm>
            <a:off x="5048275" y="2013272"/>
            <a:ext cx="3382500" cy="405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15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25" name="Google Shape;325;p33"/>
          <p:cNvSpPr txBox="1">
            <a:spLocks noGrp="1"/>
          </p:cNvSpPr>
          <p:nvPr>
            <p:ph type="title" idx="4" hasCustomPrompt="1"/>
          </p:nvPr>
        </p:nvSpPr>
        <p:spPr>
          <a:xfrm>
            <a:off x="2971700" y="3093075"/>
            <a:ext cx="3291600" cy="696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3500">
                <a:solidFill>
                  <a:schemeClr val="accent3"/>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26" name="Google Shape;326;p33"/>
          <p:cNvSpPr txBox="1">
            <a:spLocks noGrp="1"/>
          </p:cNvSpPr>
          <p:nvPr>
            <p:ph type="subTitle" idx="5"/>
          </p:nvPr>
        </p:nvSpPr>
        <p:spPr>
          <a:xfrm>
            <a:off x="2880750" y="3789575"/>
            <a:ext cx="3382500" cy="405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15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327" name="Google Shape;327;p33"/>
          <p:cNvGrpSpPr/>
          <p:nvPr/>
        </p:nvGrpSpPr>
        <p:grpSpPr>
          <a:xfrm>
            <a:off x="86054" y="195425"/>
            <a:ext cx="9328220" cy="5671925"/>
            <a:chOff x="86054" y="195425"/>
            <a:chExt cx="9328220" cy="5671925"/>
          </a:xfrm>
        </p:grpSpPr>
        <p:pic>
          <p:nvPicPr>
            <p:cNvPr id="328" name="Google Shape;328;p33"/>
            <p:cNvPicPr preferRelativeResize="0"/>
            <p:nvPr/>
          </p:nvPicPr>
          <p:blipFill>
            <a:blip r:embed="rId2">
              <a:alphaModFix/>
            </a:blip>
            <a:stretch>
              <a:fillRect/>
            </a:stretch>
          </p:blipFill>
          <p:spPr>
            <a:xfrm rot="10800000">
              <a:off x="6918712" y="195425"/>
              <a:ext cx="1963202" cy="1388125"/>
            </a:xfrm>
            <a:prstGeom prst="rect">
              <a:avLst/>
            </a:prstGeom>
            <a:noFill/>
            <a:ln>
              <a:noFill/>
            </a:ln>
          </p:spPr>
        </p:pic>
        <p:grpSp>
          <p:nvGrpSpPr>
            <p:cNvPr id="329" name="Google Shape;329;p33"/>
            <p:cNvGrpSpPr/>
            <p:nvPr/>
          </p:nvGrpSpPr>
          <p:grpSpPr>
            <a:xfrm>
              <a:off x="86054" y="2749676"/>
              <a:ext cx="9328220" cy="3117675"/>
              <a:chOff x="86054" y="2749676"/>
              <a:chExt cx="9328220" cy="3117675"/>
            </a:xfrm>
          </p:grpSpPr>
          <p:grpSp>
            <p:nvGrpSpPr>
              <p:cNvPr id="330" name="Google Shape;330;p33"/>
              <p:cNvGrpSpPr/>
              <p:nvPr/>
            </p:nvGrpSpPr>
            <p:grpSpPr>
              <a:xfrm>
                <a:off x="86054" y="2749676"/>
                <a:ext cx="783476" cy="2561750"/>
                <a:chOff x="86054" y="2749676"/>
                <a:chExt cx="783476" cy="2561750"/>
              </a:xfrm>
            </p:grpSpPr>
            <p:pic>
              <p:nvPicPr>
                <p:cNvPr id="331" name="Google Shape;331;p33"/>
                <p:cNvPicPr preferRelativeResize="0"/>
                <p:nvPr/>
              </p:nvPicPr>
              <p:blipFill rotWithShape="1">
                <a:blip r:embed="rId3">
                  <a:alphaModFix/>
                </a:blip>
                <a:srcRect l="24216" t="59301" r="26811"/>
                <a:stretch/>
              </p:blipFill>
              <p:spPr>
                <a:xfrm rot="5400000">
                  <a:off x="-360384" y="4081512"/>
                  <a:ext cx="1676350" cy="783476"/>
                </a:xfrm>
                <a:prstGeom prst="rect">
                  <a:avLst/>
                </a:prstGeom>
                <a:noFill/>
                <a:ln>
                  <a:noFill/>
                </a:ln>
              </p:spPr>
            </p:pic>
            <p:pic>
              <p:nvPicPr>
                <p:cNvPr id="332" name="Google Shape;332;p33"/>
                <p:cNvPicPr preferRelativeResize="0"/>
                <p:nvPr/>
              </p:nvPicPr>
              <p:blipFill>
                <a:blip r:embed="rId4">
                  <a:alphaModFix/>
                </a:blip>
                <a:stretch>
                  <a:fillRect/>
                </a:stretch>
              </p:blipFill>
              <p:spPr>
                <a:xfrm rot="5400000">
                  <a:off x="-712699" y="3752096"/>
                  <a:ext cx="2467774" cy="462933"/>
                </a:xfrm>
                <a:prstGeom prst="rect">
                  <a:avLst/>
                </a:prstGeom>
                <a:noFill/>
                <a:ln>
                  <a:noFill/>
                </a:ln>
              </p:spPr>
            </p:pic>
          </p:grpSp>
          <p:pic>
            <p:nvPicPr>
              <p:cNvPr id="333" name="Google Shape;333;p33"/>
              <p:cNvPicPr preferRelativeResize="0"/>
              <p:nvPr/>
            </p:nvPicPr>
            <p:blipFill>
              <a:blip r:embed="rId5">
                <a:alphaModFix/>
              </a:blip>
              <a:stretch>
                <a:fillRect/>
              </a:stretch>
            </p:blipFill>
            <p:spPr>
              <a:xfrm rot="3600003">
                <a:off x="7328409" y="3752730"/>
                <a:ext cx="1729979" cy="1820688"/>
              </a:xfrm>
              <a:prstGeom prst="rect">
                <a:avLst/>
              </a:prstGeom>
              <a:noFill/>
              <a:ln>
                <a:noFill/>
              </a:ln>
            </p:spPr>
          </p:pic>
        </p:grpSp>
      </p:grpSp>
      <p:grpSp>
        <p:nvGrpSpPr>
          <p:cNvPr id="334" name="Google Shape;334;p33"/>
          <p:cNvGrpSpPr/>
          <p:nvPr/>
        </p:nvGrpSpPr>
        <p:grpSpPr>
          <a:xfrm>
            <a:off x="181750" y="150996"/>
            <a:ext cx="8222662" cy="5002330"/>
            <a:chOff x="181750" y="150996"/>
            <a:chExt cx="8222662" cy="5002330"/>
          </a:xfrm>
        </p:grpSpPr>
        <p:grpSp>
          <p:nvGrpSpPr>
            <p:cNvPr id="335" name="Google Shape;335;p33"/>
            <p:cNvGrpSpPr/>
            <p:nvPr/>
          </p:nvGrpSpPr>
          <p:grpSpPr>
            <a:xfrm>
              <a:off x="3429074" y="150996"/>
              <a:ext cx="4975339" cy="648905"/>
              <a:chOff x="3429074" y="150996"/>
              <a:chExt cx="4975339" cy="648905"/>
            </a:xfrm>
          </p:grpSpPr>
          <p:pic>
            <p:nvPicPr>
              <p:cNvPr id="336" name="Google Shape;336;p33"/>
              <p:cNvPicPr preferRelativeResize="0"/>
              <p:nvPr/>
            </p:nvPicPr>
            <p:blipFill rotWithShape="1">
              <a:blip r:embed="rId6">
                <a:alphaModFix/>
              </a:blip>
              <a:srcRect b="20464"/>
              <a:stretch/>
            </p:blipFill>
            <p:spPr>
              <a:xfrm rot="10800000">
                <a:off x="5074637" y="151226"/>
                <a:ext cx="3329775" cy="648675"/>
              </a:xfrm>
              <a:prstGeom prst="rect">
                <a:avLst/>
              </a:prstGeom>
              <a:noFill/>
              <a:ln>
                <a:noFill/>
              </a:ln>
            </p:spPr>
          </p:pic>
          <p:pic>
            <p:nvPicPr>
              <p:cNvPr id="337" name="Google Shape;337;p33"/>
              <p:cNvPicPr preferRelativeResize="0"/>
              <p:nvPr/>
            </p:nvPicPr>
            <p:blipFill rotWithShape="1">
              <a:blip r:embed="rId7">
                <a:alphaModFix/>
              </a:blip>
              <a:srcRect l="-6100" b="28274"/>
              <a:stretch/>
            </p:blipFill>
            <p:spPr>
              <a:xfrm rot="10800000">
                <a:off x="3429074" y="150996"/>
                <a:ext cx="2824351" cy="443325"/>
              </a:xfrm>
              <a:prstGeom prst="rect">
                <a:avLst/>
              </a:prstGeom>
              <a:noFill/>
              <a:ln>
                <a:noFill/>
              </a:ln>
            </p:spPr>
          </p:pic>
        </p:grpSp>
        <p:grpSp>
          <p:nvGrpSpPr>
            <p:cNvPr id="338" name="Google Shape;338;p33"/>
            <p:cNvGrpSpPr/>
            <p:nvPr/>
          </p:nvGrpSpPr>
          <p:grpSpPr>
            <a:xfrm>
              <a:off x="181750" y="4424875"/>
              <a:ext cx="4527701" cy="728450"/>
              <a:chOff x="181750" y="4424875"/>
              <a:chExt cx="4527701" cy="728450"/>
            </a:xfrm>
          </p:grpSpPr>
          <p:pic>
            <p:nvPicPr>
              <p:cNvPr id="339" name="Google Shape;339;p33"/>
              <p:cNvPicPr preferRelativeResize="0"/>
              <p:nvPr/>
            </p:nvPicPr>
            <p:blipFill rotWithShape="1">
              <a:blip r:embed="rId7">
                <a:alphaModFix/>
              </a:blip>
              <a:srcRect l="17239"/>
              <a:stretch/>
            </p:blipFill>
            <p:spPr>
              <a:xfrm>
                <a:off x="181750" y="4580400"/>
                <a:ext cx="2042275" cy="572925"/>
              </a:xfrm>
              <a:prstGeom prst="rect">
                <a:avLst/>
              </a:prstGeom>
              <a:noFill/>
              <a:ln>
                <a:noFill/>
              </a:ln>
            </p:spPr>
          </p:pic>
          <p:pic>
            <p:nvPicPr>
              <p:cNvPr id="340" name="Google Shape;340;p33"/>
              <p:cNvPicPr preferRelativeResize="0"/>
              <p:nvPr/>
            </p:nvPicPr>
            <p:blipFill rotWithShape="1">
              <a:blip r:embed="rId6">
                <a:alphaModFix/>
              </a:blip>
              <a:srcRect b="20464"/>
              <a:stretch/>
            </p:blipFill>
            <p:spPr>
              <a:xfrm>
                <a:off x="970175" y="4424875"/>
                <a:ext cx="3739276" cy="728450"/>
              </a:xfrm>
              <a:prstGeom prst="rect">
                <a:avLst/>
              </a:prstGeom>
              <a:noFill/>
              <a:ln>
                <a:noFill/>
              </a:ln>
            </p:spPr>
          </p:pic>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lt1"/>
        </a:solidFill>
        <a:effectLst/>
      </p:bgPr>
    </p:bg>
    <p:spTree>
      <p:nvGrpSpPr>
        <p:cNvPr id="1" name="Shape 350"/>
        <p:cNvGrpSpPr/>
        <p:nvPr/>
      </p:nvGrpSpPr>
      <p:grpSpPr>
        <a:xfrm>
          <a:off x="0" y="0"/>
          <a:ext cx="0" cy="0"/>
          <a:chOff x="0" y="0"/>
          <a:chExt cx="0" cy="0"/>
        </a:xfrm>
      </p:grpSpPr>
      <p:sp>
        <p:nvSpPr>
          <p:cNvPr id="351" name="Google Shape;351;p35"/>
          <p:cNvSpPr/>
          <p:nvPr/>
        </p:nvSpPr>
        <p:spPr>
          <a:xfrm>
            <a:off x="182700" y="151650"/>
            <a:ext cx="8778600" cy="4840200"/>
          </a:xfrm>
          <a:prstGeom prst="snip1Rect">
            <a:avLst>
              <a:gd name="adj" fmla="val 448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352" name="Google Shape;352;p35"/>
          <p:cNvGrpSpPr/>
          <p:nvPr/>
        </p:nvGrpSpPr>
        <p:grpSpPr>
          <a:xfrm>
            <a:off x="-113450" y="-1649725"/>
            <a:ext cx="9394610" cy="8421100"/>
            <a:chOff x="-113450" y="-1649725"/>
            <a:chExt cx="9394610" cy="8421100"/>
          </a:xfrm>
        </p:grpSpPr>
        <p:grpSp>
          <p:nvGrpSpPr>
            <p:cNvPr id="353" name="Google Shape;353;p35"/>
            <p:cNvGrpSpPr/>
            <p:nvPr/>
          </p:nvGrpSpPr>
          <p:grpSpPr>
            <a:xfrm>
              <a:off x="-113450" y="-1649725"/>
              <a:ext cx="8689100" cy="5214600"/>
              <a:chOff x="-113450" y="-1649725"/>
              <a:chExt cx="8689100" cy="5214600"/>
            </a:xfrm>
          </p:grpSpPr>
          <p:sp>
            <p:nvSpPr>
              <p:cNvPr id="354" name="Google Shape;354;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sp>
          <p:sp>
            <p:nvSpPr>
              <p:cNvPr id="355" name="Google Shape;355;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sp>
          <p:sp>
            <p:nvSpPr>
              <p:cNvPr id="356" name="Google Shape;356;p35"/>
              <p:cNvSpPr/>
              <p:nvPr/>
            </p:nvSpPr>
            <p:spPr>
              <a:xfrm>
                <a:off x="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sp>
        </p:grpSp>
        <p:grpSp>
          <p:nvGrpSpPr>
            <p:cNvPr id="357" name="Google Shape;357;p35"/>
            <p:cNvGrpSpPr/>
            <p:nvPr/>
          </p:nvGrpSpPr>
          <p:grpSpPr>
            <a:xfrm rot="10800000">
              <a:off x="553960" y="1556775"/>
              <a:ext cx="8727200" cy="5214600"/>
              <a:chOff x="-113450" y="-1649725"/>
              <a:chExt cx="8727200" cy="5214600"/>
            </a:xfrm>
          </p:grpSpPr>
          <p:sp>
            <p:nvSpPr>
              <p:cNvPr id="358" name="Google Shape;358;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sp>
          <p:sp>
            <p:nvSpPr>
              <p:cNvPr id="359" name="Google Shape;359;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sp>
          <p:sp>
            <p:nvSpPr>
              <p:cNvPr id="360" name="Google Shape;360;p35"/>
              <p:cNvSpPr/>
              <p:nvPr/>
            </p:nvSpPr>
            <p:spPr>
              <a:xfrm>
                <a:off x="3810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1"/>
        <p:cNvGrpSpPr/>
        <p:nvPr/>
      </p:nvGrpSpPr>
      <p:grpSpPr>
        <a:xfrm>
          <a:off x="0" y="0"/>
          <a:ext cx="0" cy="0"/>
          <a:chOff x="0" y="0"/>
          <a:chExt cx="0" cy="0"/>
        </a:xfrm>
      </p:grpSpPr>
      <p:grpSp>
        <p:nvGrpSpPr>
          <p:cNvPr id="362" name="Google Shape;362;p36"/>
          <p:cNvGrpSpPr/>
          <p:nvPr/>
        </p:nvGrpSpPr>
        <p:grpSpPr>
          <a:xfrm>
            <a:off x="-93668" y="0"/>
            <a:ext cx="9329109" cy="5143497"/>
            <a:chOff x="-93668" y="0"/>
            <a:chExt cx="9329109" cy="5143497"/>
          </a:xfrm>
        </p:grpSpPr>
        <p:grpSp>
          <p:nvGrpSpPr>
            <p:cNvPr id="363" name="Google Shape;363;p36"/>
            <p:cNvGrpSpPr/>
            <p:nvPr/>
          </p:nvGrpSpPr>
          <p:grpSpPr>
            <a:xfrm rot="10800000">
              <a:off x="5592122" y="2697400"/>
              <a:ext cx="3643319" cy="2446097"/>
              <a:chOff x="-93668" y="0"/>
              <a:chExt cx="3643319" cy="2446097"/>
            </a:xfrm>
          </p:grpSpPr>
          <p:grpSp>
            <p:nvGrpSpPr>
              <p:cNvPr id="364" name="Google Shape;364;p36"/>
              <p:cNvGrpSpPr/>
              <p:nvPr/>
            </p:nvGrpSpPr>
            <p:grpSpPr>
              <a:xfrm rot="5400000">
                <a:off x="-1020033" y="926370"/>
                <a:ext cx="2446091" cy="593362"/>
                <a:chOff x="162825" y="4587541"/>
                <a:chExt cx="1763711" cy="427833"/>
              </a:xfrm>
            </p:grpSpPr>
            <p:pic>
              <p:nvPicPr>
                <p:cNvPr id="365" name="Google Shape;365;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66" name="Google Shape;366;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67" name="Google Shape;367;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68" name="Google Shape;368;p36"/>
              <p:cNvGrpSpPr/>
              <p:nvPr/>
            </p:nvGrpSpPr>
            <p:grpSpPr>
              <a:xfrm rot="10800000">
                <a:off x="0" y="0"/>
                <a:ext cx="3549651" cy="387101"/>
                <a:chOff x="3124200" y="4610350"/>
                <a:chExt cx="3549651" cy="387101"/>
              </a:xfrm>
            </p:grpSpPr>
            <p:pic>
              <p:nvPicPr>
                <p:cNvPr id="369" name="Google Shape;369;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0" name="Google Shape;370;p36"/>
                <p:cNvPicPr preferRelativeResize="0"/>
                <p:nvPr/>
              </p:nvPicPr>
              <p:blipFill rotWithShape="1">
                <a:blip r:embed="rId4">
                  <a:alphaModFix/>
                </a:blip>
                <a:srcRect l="23295" t="76293"/>
                <a:stretch/>
              </p:blipFill>
              <p:spPr>
                <a:xfrm rot="10800000">
                  <a:off x="3124200" y="4639375"/>
                  <a:ext cx="1505849" cy="329075"/>
                </a:xfrm>
                <a:prstGeom prst="rect">
                  <a:avLst/>
                </a:prstGeom>
                <a:noFill/>
                <a:ln>
                  <a:noFill/>
                </a:ln>
              </p:spPr>
            </p:pic>
          </p:grpSp>
        </p:grpSp>
        <p:grpSp>
          <p:nvGrpSpPr>
            <p:cNvPr id="371" name="Google Shape;371;p36"/>
            <p:cNvGrpSpPr/>
            <p:nvPr/>
          </p:nvGrpSpPr>
          <p:grpSpPr>
            <a:xfrm>
              <a:off x="-93668" y="0"/>
              <a:ext cx="3643319" cy="2446097"/>
              <a:chOff x="-93668" y="0"/>
              <a:chExt cx="3643319" cy="2446097"/>
            </a:xfrm>
          </p:grpSpPr>
          <p:grpSp>
            <p:nvGrpSpPr>
              <p:cNvPr id="372" name="Google Shape;372;p36"/>
              <p:cNvGrpSpPr/>
              <p:nvPr/>
            </p:nvGrpSpPr>
            <p:grpSpPr>
              <a:xfrm rot="5400000">
                <a:off x="-1020033" y="926370"/>
                <a:ext cx="2446091" cy="593362"/>
                <a:chOff x="162825" y="4587541"/>
                <a:chExt cx="1763711" cy="427833"/>
              </a:xfrm>
            </p:grpSpPr>
            <p:pic>
              <p:nvPicPr>
                <p:cNvPr id="373" name="Google Shape;373;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74" name="Google Shape;374;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75" name="Google Shape;375;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76" name="Google Shape;376;p36"/>
              <p:cNvGrpSpPr/>
              <p:nvPr/>
            </p:nvGrpSpPr>
            <p:grpSpPr>
              <a:xfrm rot="10800000">
                <a:off x="0" y="0"/>
                <a:ext cx="3549651" cy="387101"/>
                <a:chOff x="3124200" y="4610350"/>
                <a:chExt cx="3549651" cy="387101"/>
              </a:xfrm>
            </p:grpSpPr>
            <p:pic>
              <p:nvPicPr>
                <p:cNvPr id="377" name="Google Shape;377;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8" name="Google Shape;378;p36"/>
                <p:cNvPicPr preferRelativeResize="0"/>
                <p:nvPr/>
              </p:nvPicPr>
              <p:blipFill rotWithShape="1">
                <a:blip r:embed="rId4">
                  <a:alphaModFix/>
                </a:blip>
                <a:srcRect l="23295" t="76293"/>
                <a:stretch/>
              </p:blipFill>
              <p:spPr>
                <a:xfrm rot="10800000">
                  <a:off x="3124200" y="4639375"/>
                  <a:ext cx="1505849" cy="329075"/>
                </a:xfrm>
                <a:prstGeom prst="rect">
                  <a:avLst/>
                </a:prstGeom>
                <a:noFill/>
                <a:ln>
                  <a:noFill/>
                </a:ln>
              </p:spPr>
            </p:pic>
          </p:grpSp>
        </p:grpSp>
      </p:grpSp>
      <p:sp>
        <p:nvSpPr>
          <p:cNvPr id="379" name="Google Shape;379;p36"/>
          <p:cNvSpPr/>
          <p:nvPr/>
        </p:nvSpPr>
        <p:spPr>
          <a:xfrm>
            <a:off x="175255" y="182850"/>
            <a:ext cx="8793600" cy="4777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1pPr>
            <a:lvl2pPr lvl="1"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2pPr>
            <a:lvl3pPr lvl="2"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3pPr>
            <a:lvl4pPr lvl="3"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4pPr>
            <a:lvl5pPr lvl="4"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5pPr>
            <a:lvl6pPr lvl="5"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6pPr>
            <a:lvl7pPr lvl="6"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7pPr>
            <a:lvl8pPr lvl="7"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8pPr>
            <a:lvl9pPr lvl="8"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marL="914400" lvl="1"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5" r:id="rId3"/>
    <p:sldLayoutId id="2147483658" r:id="rId4"/>
    <p:sldLayoutId id="2147483659" r:id="rId5"/>
    <p:sldLayoutId id="2147483668" r:id="rId6"/>
    <p:sldLayoutId id="2147483669" r:id="rId7"/>
    <p:sldLayoutId id="2147483671" r:id="rId8"/>
    <p:sldLayoutId id="2147483674" r:id="rId9"/>
    <p:sldLayoutId id="2147483675" r:id="rId10"/>
    <p:sldLayoutId id="2147483676" r:id="rId11"/>
    <p:sldLayoutId id="2147483679" r:id="rId12"/>
    <p:sldLayoutId id="2147483681" r:id="rId13"/>
    <p:sldLayoutId id="214748368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7.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26" name="Subtitle 5"/>
          <p:cNvSpPr>
            <a:spLocks noGrp="1"/>
          </p:cNvSpPr>
          <p:nvPr>
            <p:ph type="subTitle" idx="2"/>
          </p:nvPr>
        </p:nvSpPr>
        <p:spPr>
          <a:xfrm>
            <a:off x="2581674" y="3070998"/>
            <a:ext cx="3907567" cy="983673"/>
          </a:xfrm>
          <a:scene3d>
            <a:camera prst="orthographicFront"/>
            <a:lightRig rig="threePt" dir="t">
              <a:rot lat="0" lon="0" rev="21594000"/>
            </a:lightRig>
          </a:scene3d>
          <a:sp3d>
            <a:bevelT w="139700" h="139700" prst="divot"/>
          </a:sp3d>
        </p:spPr>
        <p:txBody>
          <a:bodyPr/>
          <a:lstStyle/>
          <a:p>
            <a:pPr algn="ctr"/>
            <a:r>
              <a:rPr lang="en-US" sz="2400" b="1" dirty="0">
                <a:solidFill>
                  <a:schemeClr val="tx1">
                    <a:lumMod val="90000"/>
                    <a:lumOff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a:t>
            </a:r>
          </a:p>
          <a:p>
            <a:pPr algn="ctr"/>
            <a:r>
              <a:rPr lang="en-US" sz="2400" b="1" dirty="0">
                <a:solidFill>
                  <a:schemeClr val="tx1">
                    <a:lumMod val="90000"/>
                    <a:lumOff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of </a:t>
            </a:r>
          </a:p>
          <a:p>
            <a:pPr algn="ctr"/>
            <a:r>
              <a:rPr lang="en-US" sz="2400" b="1" dirty="0">
                <a:solidFill>
                  <a:schemeClr val="tx1">
                    <a:lumMod val="90000"/>
                    <a:lumOff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Discrete Math</a:t>
            </a:r>
          </a:p>
        </p:txBody>
      </p:sp>
      <p:pic>
        <p:nvPicPr>
          <p:cNvPr id="2" name="图片 3">
            <a:extLst>
              <a:ext uri="{FF2B5EF4-FFF2-40B4-BE49-F238E27FC236}">
                <a16:creationId xmlns:a16="http://schemas.microsoft.com/office/drawing/2014/main" id="{4518AFD0-6AE4-9982-AC02-49405F30FE47}"/>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3103">
                        <a14:foregroundMark x1="30000" y1="15667" x2="69655" y2="12667"/>
                        <a14:foregroundMark x1="69655" y1="12667" x2="93103" y2="44667"/>
                        <a14:foregroundMark x1="93103" y1="44667" x2="74138" y2="80667"/>
                        <a14:foregroundMark x1="74138" y1="80667" x2="31034" y2="80667"/>
                        <a14:foregroundMark x1="31034" y1="80667" x2="13793" y2="44000"/>
                        <a14:foregroundMark x1="13793" y1="44000" x2="30000" y2="14000"/>
                        <a14:foregroundMark x1="34828" y1="32667" x2="38276" y2="32667"/>
                        <a14:foregroundMark x1="38276" y1="32667" x2="79655" y2="38333"/>
                        <a14:foregroundMark x1="79655" y1="38333" x2="48966" y2="70333"/>
                        <a14:foregroundMark x1="48966" y1="70333" x2="47586" y2="29667"/>
                        <a14:foregroundMark x1="47586" y1="29667" x2="60690" y2="68000"/>
                        <a14:foregroundMark x1="60690" y1="68000" x2="35862" y2="33333"/>
                        <a14:foregroundMark x1="35862" y1="33333" x2="37931" y2="40000"/>
                        <a14:foregroundMark x1="31724" y1="60667" x2="61379" y2="33667"/>
                        <a14:foregroundMark x1="61379" y1="33667" x2="80000" y2="62000"/>
                        <a14:foregroundMark x1="75172" y1="35000" x2="32414" y2="36333"/>
                        <a14:foregroundMark x1="32414" y1="36333" x2="61034" y2="21000"/>
                        <a14:foregroundMark x1="35172" y1="45667" x2="33103" y2="52000"/>
                        <a14:foregroundMark x1="31034" y1="55667" x2="29310" y2="41333"/>
                        <a14:foregroundMark x1="39655" y1="67333" x2="70345" y2="69000"/>
                      </a14:backgroundRemoval>
                    </a14:imgEffect>
                  </a14:imgLayer>
                </a14:imgProps>
              </a:ext>
              <a:ext uri="{28A0092B-C50C-407E-A947-70E740481C1C}">
                <a14:useLocalDpi xmlns:a14="http://schemas.microsoft.com/office/drawing/2010/main" val="0"/>
              </a:ext>
            </a:extLst>
          </a:blip>
          <a:srcRect/>
          <a:stretch>
            <a:fillRect/>
          </a:stretch>
        </p:blipFill>
        <p:spPr>
          <a:xfrm>
            <a:off x="3657600" y="1255122"/>
            <a:ext cx="1755717" cy="1815876"/>
          </a:xfrm>
          <a:prstGeom prst="rect">
            <a:avLst/>
          </a:prstGeom>
          <a:ln>
            <a:noFill/>
          </a:ln>
          <a:effectLst>
            <a:outerShdw blurRad="190500" algn="tl" rotWithShape="0">
              <a:srgbClr val="000000">
                <a:alpha val="70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1"/>
          <p:cNvSpPr txBox="1">
            <a:spLocks noGrp="1"/>
          </p:cNvSpPr>
          <p:nvPr>
            <p:ph type="title"/>
          </p:nvPr>
        </p:nvSpPr>
        <p:spPr>
          <a:xfrm>
            <a:off x="443134" y="842494"/>
            <a:ext cx="3026208" cy="2685448"/>
          </a:xfrm>
          <a:prstGeom prst="rect">
            <a:avLst/>
          </a:prstGeom>
        </p:spPr>
        <p:txBody>
          <a:bodyPr spcFirstLastPara="1" wrap="square" lIns="91425" tIns="91425" rIns="91425" bIns="91425" anchor="t" anchorCtr="0">
            <a:noAutofit/>
          </a:bodyPr>
          <a:lstStyle/>
          <a:p>
            <a:pPr lvl="0"/>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200"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Topic</a:t>
            </a:r>
            <a:b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b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000" i="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Integration of </a:t>
            </a:r>
            <a:br>
              <a:rPr lang="en-US" sz="2000" i="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000" i="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 in Industrial </a:t>
            </a:r>
            <a:br>
              <a:rPr lang="en-US" sz="2000" i="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000" i="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Robotics</a:t>
            </a:r>
            <a:endParaRPr sz="2000" i="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9342" y="134471"/>
            <a:ext cx="5531223" cy="48588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pic>
        <p:nvPicPr>
          <p:cNvPr id="587" name="Google Shape;587;p56"/>
          <p:cNvPicPr preferRelativeResize="0"/>
          <p:nvPr/>
        </p:nvPicPr>
        <p:blipFill rotWithShape="1">
          <a:blip r:embed="rId3">
            <a:alphaModFix/>
          </a:blip>
          <a:srcRect l="-6100" b="30055"/>
          <a:stretch/>
        </p:blipFill>
        <p:spPr>
          <a:xfrm>
            <a:off x="3121150" y="4656746"/>
            <a:ext cx="3212008" cy="491625"/>
          </a:xfrm>
          <a:prstGeom prst="rect">
            <a:avLst/>
          </a:prstGeom>
          <a:noFill/>
          <a:ln>
            <a:noFill/>
          </a:ln>
        </p:spPr>
      </p:pic>
      <p:sp>
        <p:nvSpPr>
          <p:cNvPr id="6" name="Rectangle 5"/>
          <p:cNvSpPr/>
          <p:nvPr/>
        </p:nvSpPr>
        <p:spPr>
          <a:xfrm>
            <a:off x="1678495" y="1171366"/>
            <a:ext cx="5787009" cy="2800767"/>
          </a:xfrm>
          <a:prstGeom prst="rect">
            <a:avLst/>
          </a:prstGeom>
        </p:spPr>
        <p:txBody>
          <a:bodyPr wrap="square">
            <a:spAutoFit/>
          </a:bodyPr>
          <a:lstStyle/>
          <a:p>
            <a:pPr algn="ctr"/>
            <a:r>
              <a:rPr lang="en-US" sz="2400" b="1" u="sng"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Group Member </a:t>
            </a:r>
          </a:p>
          <a:p>
            <a:endParaRPr lang="en-US" sz="24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16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MD EAFTEKHIRUL ISLAM (Group Leader)</a:t>
            </a:r>
          </a:p>
          <a:p>
            <a:r>
              <a:rPr lang="en-US" sz="16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600" b="1">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(202380090136)</a:t>
            </a:r>
            <a:endParaRPr lang="en-US" sz="16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US" sz="16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16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MD TARIQ UZ ZAMAN </a:t>
            </a:r>
          </a:p>
          <a:p>
            <a:r>
              <a:rPr lang="en-US" sz="16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(202380090115)</a:t>
            </a:r>
          </a:p>
          <a:p>
            <a:br>
              <a:rPr lang="en-US" sz="16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16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MST ASHIMA ALOM SHOVA</a:t>
            </a:r>
          </a:p>
          <a:p>
            <a:r>
              <a:rPr lang="en-US" sz="1600" b="1" dirty="0">
                <a:solidFill>
                  <a:schemeClr val="bg1">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(202380090105)</a:t>
            </a:r>
          </a:p>
        </p:txBody>
      </p:sp>
      <p:cxnSp>
        <p:nvCxnSpPr>
          <p:cNvPr id="5" name="Straight Connector 4">
            <a:extLst>
              <a:ext uri="{FF2B5EF4-FFF2-40B4-BE49-F238E27FC236}">
                <a16:creationId xmlns:a16="http://schemas.microsoft.com/office/drawing/2014/main" id="{4CD6B0E3-11BD-3FE3-B4E5-8C413DC34F4A}"/>
              </a:ext>
            </a:extLst>
          </p:cNvPr>
          <p:cNvCxnSpPr/>
          <p:nvPr/>
        </p:nvCxnSpPr>
        <p:spPr>
          <a:xfrm>
            <a:off x="1587300" y="1772042"/>
            <a:ext cx="0" cy="2233754"/>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2"/>
          <p:cNvSpPr txBox="1">
            <a:spLocks noGrp="1"/>
          </p:cNvSpPr>
          <p:nvPr>
            <p:ph type="title"/>
          </p:nvPr>
        </p:nvSpPr>
        <p:spPr>
          <a:xfrm>
            <a:off x="908639" y="829607"/>
            <a:ext cx="7519225" cy="777384"/>
          </a:xfrm>
          <a:prstGeom prst="rect">
            <a:avLst/>
          </a:prstGeom>
        </p:spPr>
        <p:txBody>
          <a:bodyPr spcFirstLastPara="1" wrap="square" lIns="91425" tIns="91425" rIns="91425" bIns="91425" anchor="t" anchorCtr="0">
            <a:noAutofit/>
          </a:bodyPr>
          <a:lstStyle/>
          <a:p>
            <a:pPr lvl="0"/>
            <a:r>
              <a:rPr 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What</a:t>
            </a:r>
            <a:r>
              <a:rPr lang="en-US" sz="2400"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is Artificial Intelligence (AI)?</a:t>
            </a:r>
            <a:endParaRPr sz="2400"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09" name="Google Shape;409;p42"/>
          <p:cNvSpPr txBox="1">
            <a:spLocks noGrp="1"/>
          </p:cNvSpPr>
          <p:nvPr>
            <p:ph type="subTitle" idx="13"/>
          </p:nvPr>
        </p:nvSpPr>
        <p:spPr>
          <a:xfrm>
            <a:off x="4668251" y="1814148"/>
            <a:ext cx="3166711" cy="2102420"/>
          </a:xfrm>
          <a:prstGeom prst="rect">
            <a:avLst/>
          </a:prstGeom>
        </p:spPr>
        <p:txBody>
          <a:bodyPr spcFirstLastPara="1" wrap="square" lIns="91425" tIns="91425" rIns="91425" bIns="91425" anchor="b" anchorCtr="0">
            <a:noAutofit/>
          </a:bodyPr>
          <a:lstStyle/>
          <a:p>
            <a:pPr marL="0" lvl="0" indent="0"/>
            <a:r>
              <a:rPr lang="en-US" dirty="0">
                <a:latin typeface="Times New Roman" panose="02020603050405020304" pitchFamily="18" charset="0"/>
                <a:cs typeface="Times New Roman" panose="02020603050405020304" pitchFamily="18" charset="0"/>
              </a:rPr>
              <a:t>Machines that can mimic cognitive functions that humans associate with other human minds, such as learning and problem-solving.</a:t>
            </a:r>
            <a:endParaRPr dirty="0">
              <a:latin typeface="Times New Roman" panose="02020603050405020304" pitchFamily="18" charset="0"/>
              <a:cs typeface="Times New Roman" panose="02020603050405020304" pitchFamily="18" charset="0"/>
            </a:endParaRPr>
          </a:p>
        </p:txBody>
      </p:sp>
      <p:sp>
        <p:nvSpPr>
          <p:cNvPr id="21" name="Title 5"/>
          <p:cNvSpPr>
            <a:spLocks noGrp="1"/>
          </p:cNvSpPr>
          <p:nvPr>
            <p:ph type="subTitle" idx="9"/>
          </p:nvPr>
        </p:nvSpPr>
        <p:spPr>
          <a:xfrm>
            <a:off x="431967" y="1434164"/>
            <a:ext cx="3494088" cy="2689561"/>
          </a:xfrm>
        </p:spPr>
        <p:txBody>
          <a:bodyPr/>
          <a:lstStyle/>
          <a:p>
            <a:pPr lvl="1"/>
            <a:r>
              <a:rPr lang="en-US" sz="1800" dirty="0">
                <a:latin typeface="Times New Roman" panose="02020603050405020304" pitchFamily="18" charset="0"/>
                <a:cs typeface="Times New Roman" panose="02020603050405020304" pitchFamily="18" charset="0"/>
              </a:rPr>
              <a:t>A branch of computer science is concerned with the creation of intelligent agents, which are systems that can reason, learn, and act autonomously.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8"/>
                                        </p:tgtEl>
                                        <p:attrNameLst>
                                          <p:attrName>style.visibility</p:attrName>
                                        </p:attrNameLst>
                                      </p:cBhvr>
                                      <p:to>
                                        <p:strVal val="visible"/>
                                      </p:to>
                                    </p:set>
                                    <p:anim calcmode="lin" valueType="num">
                                      <p:cBhvr additive="base">
                                        <p:cTn id="7" dur="500" fill="hold"/>
                                        <p:tgtEl>
                                          <p:spTgt spid="408"/>
                                        </p:tgtEl>
                                        <p:attrNameLst>
                                          <p:attrName>ppt_x</p:attrName>
                                        </p:attrNameLst>
                                      </p:cBhvr>
                                      <p:tavLst>
                                        <p:tav tm="0">
                                          <p:val>
                                            <p:strVal val="#ppt_x"/>
                                          </p:val>
                                        </p:tav>
                                        <p:tav tm="100000">
                                          <p:val>
                                            <p:strVal val="#ppt_x"/>
                                          </p:val>
                                        </p:tav>
                                      </p:tavLst>
                                    </p:anim>
                                    <p:anim calcmode="lin" valueType="num">
                                      <p:cBhvr additive="base">
                                        <p:cTn id="8" dur="500" fill="hold"/>
                                        <p:tgtEl>
                                          <p:spTgt spid="40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animEffect transition="in" filter="wipe(down)">
                                      <p:cBhvr>
                                        <p:cTn id="13" dur="500"/>
                                        <p:tgtEl>
                                          <p:spTgt spid="2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09">
                                            <p:txEl>
                                              <p:pRg st="0" end="0"/>
                                            </p:txEl>
                                          </p:spTgt>
                                        </p:tgtEl>
                                        <p:attrNameLst>
                                          <p:attrName>style.visibility</p:attrName>
                                        </p:attrNameLst>
                                      </p:cBhvr>
                                      <p:to>
                                        <p:strVal val="visible"/>
                                      </p:to>
                                    </p:set>
                                    <p:animEffect transition="in" filter="wipe(down)">
                                      <p:cBhvr>
                                        <p:cTn id="18" dur="500"/>
                                        <p:tgtEl>
                                          <p:spTgt spid="40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 grpId="0"/>
      <p:bldP spid="409" grpId="0" build="p"/>
      <p:bldP spid="2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3"/>
          <p:cNvSpPr txBox="1">
            <a:spLocks noGrp="1"/>
          </p:cNvSpPr>
          <p:nvPr>
            <p:ph type="title"/>
          </p:nvPr>
        </p:nvSpPr>
        <p:spPr>
          <a:xfrm>
            <a:off x="673768" y="721895"/>
            <a:ext cx="4196616" cy="3946358"/>
          </a:xfrm>
          <a:prstGeom prst="rect">
            <a:avLst/>
          </a:prstGeom>
        </p:spPr>
        <p:txBody>
          <a:bodyPr spcFirstLastPara="1" wrap="square" lIns="91425" tIns="91425" rIns="91425" bIns="91425" anchor="b" anchorCtr="0">
            <a:noAutofit/>
          </a:bodyPr>
          <a:lstStyle/>
          <a:p>
            <a:pPr lvl="0"/>
            <a:r>
              <a:rPr lang="en-US" sz="2000" dirty="0">
                <a:latin typeface="Times New Roman" panose="02020603050405020304" pitchFamily="18" charset="0"/>
                <a:cs typeface="Times New Roman" panose="02020603050405020304" pitchFamily="18" charset="0"/>
              </a:rPr>
              <a:t>Artificial intelligence (AI) is a branch of computer science that deals with the creation of intelligent agents, which are systems that can reason, learn, and act autonomously. AI research has been highly successful in developing effective techniques for solving a wide range of problems, from game playing to medical diagnosis.</a:t>
            </a:r>
            <a:endParaRPr sz="2000" dirty="0">
              <a:latin typeface="Times New Roman" panose="02020603050405020304" pitchFamily="18" charset="0"/>
              <a:cs typeface="Times New Roman" panose="02020603050405020304" pitchFamily="18" charset="0"/>
            </a:endParaRPr>
          </a:p>
        </p:txBody>
      </p:sp>
      <p:sp>
        <p:nvSpPr>
          <p:cNvPr id="426" name="Google Shape;426;p43"/>
          <p:cNvSpPr txBox="1">
            <a:spLocks noGrp="1"/>
          </p:cNvSpPr>
          <p:nvPr>
            <p:ph type="subTitle" idx="1"/>
          </p:nvPr>
        </p:nvSpPr>
        <p:spPr>
          <a:xfrm>
            <a:off x="5405718" y="1775012"/>
            <a:ext cx="2937731" cy="178621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3144" y="1077129"/>
            <a:ext cx="3166713" cy="3504495"/>
          </a:xfrm>
          <a:prstGeom prst="rect">
            <a:avLst/>
          </a:prstGeom>
        </p:spPr>
      </p:pic>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6" name="Google Shape;476;p48"/>
          <p:cNvSpPr txBox="1">
            <a:spLocks noGrp="1"/>
          </p:cNvSpPr>
          <p:nvPr>
            <p:ph type="subTitle" idx="5"/>
          </p:nvPr>
        </p:nvSpPr>
        <p:spPr>
          <a:xfrm>
            <a:off x="2905603" y="613822"/>
            <a:ext cx="1979400" cy="1234987"/>
          </a:xfrm>
          <a:prstGeom prst="rect">
            <a:avLst/>
          </a:prstGeom>
        </p:spPr>
        <p:txBody>
          <a:bodyPr spcFirstLastPara="1" wrap="square" lIns="91425" tIns="91425" rIns="91425" bIns="91425" anchor="b" anchorCtr="0">
            <a:noAutofit/>
          </a:bodyPr>
          <a:lstStyle/>
          <a:p>
            <a:pPr marL="0" lvl="0" indent="0"/>
            <a:r>
              <a:rPr lang="en-US" sz="2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Quality control:</a:t>
            </a:r>
            <a:endParaRPr sz="20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77" name="Google Shape;477;p48"/>
          <p:cNvSpPr txBox="1">
            <a:spLocks noGrp="1"/>
          </p:cNvSpPr>
          <p:nvPr>
            <p:ph type="subTitle" idx="1"/>
          </p:nvPr>
        </p:nvSpPr>
        <p:spPr>
          <a:xfrm>
            <a:off x="719999" y="1231317"/>
            <a:ext cx="1992095" cy="3061549"/>
          </a:xfrm>
          <a:prstGeom prst="rect">
            <a:avLst/>
          </a:prstGeom>
        </p:spPr>
        <p:txBody>
          <a:bodyPr spcFirstLastPara="1" wrap="square" lIns="91425" tIns="91425" rIns="91425" bIns="91425" anchor="t" anchorCtr="0">
            <a:noAutofit/>
          </a:bodyPr>
          <a:lstStyle/>
          <a:p>
            <a:pPr marL="0" lvl="0" indent="0"/>
            <a:r>
              <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Process  optimization:</a:t>
            </a:r>
          </a:p>
          <a:p>
            <a:pPr marL="0" lvl="0" indent="0"/>
            <a:r>
              <a:rPr lang="en-US" b="1" dirty="0">
                <a:latin typeface="Times New Roman" panose="02020603050405020304" pitchFamily="18" charset="0"/>
                <a:cs typeface="Times New Roman" panose="02020603050405020304" pitchFamily="18" charset="0"/>
              </a:rPr>
              <a:t> </a:t>
            </a:r>
          </a:p>
          <a:p>
            <a:pPr marL="0" lvl="0" indent="0"/>
            <a:r>
              <a:rPr lang="en-US" sz="1600" b="1" dirty="0">
                <a:latin typeface="Times New Roman" panose="02020603050405020304" pitchFamily="18" charset="0"/>
                <a:cs typeface="Times New Roman" panose="02020603050405020304" pitchFamily="18" charset="0"/>
              </a:rPr>
              <a:t>Improves the efficiency of robotic tasks by optimizing robot movements and scheduling</a:t>
            </a:r>
            <a:endParaRPr sz="1600" b="1" dirty="0">
              <a:latin typeface="Times New Roman" panose="02020603050405020304" pitchFamily="18" charset="0"/>
              <a:cs typeface="Times New Roman" panose="02020603050405020304" pitchFamily="18" charset="0"/>
            </a:endParaRPr>
          </a:p>
        </p:txBody>
      </p:sp>
      <p:sp>
        <p:nvSpPr>
          <p:cNvPr id="478" name="Google Shape;478;p48"/>
          <p:cNvSpPr txBox="1">
            <a:spLocks noGrp="1"/>
          </p:cNvSpPr>
          <p:nvPr>
            <p:ph type="subTitle" idx="2"/>
          </p:nvPr>
        </p:nvSpPr>
        <p:spPr>
          <a:xfrm>
            <a:off x="2905603" y="2224261"/>
            <a:ext cx="1740471" cy="1513982"/>
          </a:xfrm>
          <a:prstGeom prst="rect">
            <a:avLst/>
          </a:prstGeom>
        </p:spPr>
        <p:txBody>
          <a:bodyPr spcFirstLastPara="1" wrap="square" lIns="91425" tIns="91425" rIns="91425" bIns="91425" anchor="t" anchorCtr="0">
            <a:noAutofit/>
          </a:bodyPr>
          <a:lstStyle/>
          <a:p>
            <a:pPr marL="0" lvl="0" indent="0"/>
            <a:r>
              <a:rPr lang="en-US"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Ensures that products meet quality standards</a:t>
            </a:r>
            <a:endParaRPr sz="1600" b="1" dirty="0">
              <a:latin typeface="Times New Roman" panose="02020603050405020304" pitchFamily="18" charset="0"/>
              <a:cs typeface="Times New Roman" panose="02020603050405020304" pitchFamily="18" charset="0"/>
            </a:endParaRPr>
          </a:p>
        </p:txBody>
      </p:sp>
      <p:sp>
        <p:nvSpPr>
          <p:cNvPr id="481" name="Google Shape;481;p48"/>
          <p:cNvSpPr/>
          <p:nvPr/>
        </p:nvSpPr>
        <p:spPr>
          <a:xfrm>
            <a:off x="3179246" y="764399"/>
            <a:ext cx="449478" cy="466917"/>
          </a:xfrm>
          <a:custGeom>
            <a:avLst/>
            <a:gdLst/>
            <a:ahLst/>
            <a:cxnLst/>
            <a:rect l="l" t="t" r="r" b="b"/>
            <a:pathLst>
              <a:path w="915" h="916" extrusionOk="0">
                <a:moveTo>
                  <a:pt x="431" y="648"/>
                </a:moveTo>
                <a:lnTo>
                  <a:pt x="431" y="563"/>
                </a:lnTo>
                <a:cubicBezTo>
                  <a:pt x="431" y="549"/>
                  <a:pt x="419" y="536"/>
                  <a:pt x="404" y="536"/>
                </a:cubicBezTo>
                <a:lnTo>
                  <a:pt x="297" y="536"/>
                </a:lnTo>
                <a:cubicBezTo>
                  <a:pt x="282" y="536"/>
                  <a:pt x="270" y="548"/>
                  <a:pt x="270" y="563"/>
                </a:cubicBezTo>
                <a:lnTo>
                  <a:pt x="270" y="648"/>
                </a:lnTo>
                <a:lnTo>
                  <a:pt x="431" y="648"/>
                </a:lnTo>
                <a:moveTo>
                  <a:pt x="377" y="357"/>
                </a:moveTo>
                <a:lnTo>
                  <a:pt x="377" y="188"/>
                </a:lnTo>
                <a:cubicBezTo>
                  <a:pt x="377" y="178"/>
                  <a:pt x="379" y="169"/>
                  <a:pt x="382" y="161"/>
                </a:cubicBezTo>
                <a:lnTo>
                  <a:pt x="270" y="161"/>
                </a:lnTo>
                <a:lnTo>
                  <a:pt x="270" y="188"/>
                </a:lnTo>
                <a:cubicBezTo>
                  <a:pt x="270" y="262"/>
                  <a:pt x="314" y="327"/>
                  <a:pt x="377" y="357"/>
                </a:cubicBezTo>
                <a:moveTo>
                  <a:pt x="270" y="107"/>
                </a:moveTo>
                <a:lnTo>
                  <a:pt x="646" y="107"/>
                </a:lnTo>
                <a:cubicBezTo>
                  <a:pt x="675" y="107"/>
                  <a:pt x="699" y="83"/>
                  <a:pt x="699" y="54"/>
                </a:cubicBezTo>
                <a:lnTo>
                  <a:pt x="699" y="27"/>
                </a:lnTo>
                <a:cubicBezTo>
                  <a:pt x="699" y="12"/>
                  <a:pt x="687" y="0"/>
                  <a:pt x="672" y="0"/>
                </a:cubicBezTo>
                <a:lnTo>
                  <a:pt x="243" y="0"/>
                </a:lnTo>
                <a:cubicBezTo>
                  <a:pt x="229" y="0"/>
                  <a:pt x="217" y="12"/>
                  <a:pt x="217" y="27"/>
                </a:cubicBezTo>
                <a:lnTo>
                  <a:pt x="217" y="54"/>
                </a:lnTo>
                <a:cubicBezTo>
                  <a:pt x="217" y="83"/>
                  <a:pt x="241" y="107"/>
                  <a:pt x="270" y="107"/>
                </a:cubicBezTo>
                <a:moveTo>
                  <a:pt x="753" y="161"/>
                </a:moveTo>
                <a:lnTo>
                  <a:pt x="753" y="327"/>
                </a:lnTo>
                <a:cubicBezTo>
                  <a:pt x="742" y="331"/>
                  <a:pt x="731" y="337"/>
                  <a:pt x="723" y="346"/>
                </a:cubicBezTo>
                <a:cubicBezTo>
                  <a:pt x="691" y="377"/>
                  <a:pt x="692" y="428"/>
                  <a:pt x="723" y="459"/>
                </a:cubicBezTo>
                <a:cubicBezTo>
                  <a:pt x="736" y="472"/>
                  <a:pt x="756" y="469"/>
                  <a:pt x="766" y="453"/>
                </a:cubicBezTo>
                <a:cubicBezTo>
                  <a:pt x="771" y="442"/>
                  <a:pt x="769" y="430"/>
                  <a:pt x="761" y="421"/>
                </a:cubicBezTo>
                <a:cubicBezTo>
                  <a:pt x="748" y="409"/>
                  <a:pt x="751" y="388"/>
                  <a:pt x="767" y="379"/>
                </a:cubicBezTo>
                <a:cubicBezTo>
                  <a:pt x="775" y="374"/>
                  <a:pt x="784" y="374"/>
                  <a:pt x="792" y="379"/>
                </a:cubicBezTo>
                <a:cubicBezTo>
                  <a:pt x="809" y="388"/>
                  <a:pt x="811" y="409"/>
                  <a:pt x="799" y="421"/>
                </a:cubicBezTo>
                <a:cubicBezTo>
                  <a:pt x="791" y="430"/>
                  <a:pt x="788" y="442"/>
                  <a:pt x="794" y="453"/>
                </a:cubicBezTo>
                <a:cubicBezTo>
                  <a:pt x="803" y="469"/>
                  <a:pt x="824" y="472"/>
                  <a:pt x="836" y="459"/>
                </a:cubicBezTo>
                <a:cubicBezTo>
                  <a:pt x="868" y="428"/>
                  <a:pt x="868" y="378"/>
                  <a:pt x="836" y="346"/>
                </a:cubicBezTo>
                <a:cubicBezTo>
                  <a:pt x="828" y="338"/>
                  <a:pt x="817" y="331"/>
                  <a:pt x="806" y="327"/>
                </a:cubicBezTo>
                <a:lnTo>
                  <a:pt x="806" y="134"/>
                </a:lnTo>
                <a:cubicBezTo>
                  <a:pt x="806" y="119"/>
                  <a:pt x="794" y="107"/>
                  <a:pt x="780" y="107"/>
                </a:cubicBezTo>
                <a:lnTo>
                  <a:pt x="738" y="107"/>
                </a:lnTo>
                <a:cubicBezTo>
                  <a:pt x="729" y="124"/>
                  <a:pt x="715" y="137"/>
                  <a:pt x="699" y="146"/>
                </a:cubicBezTo>
                <a:lnTo>
                  <a:pt x="699" y="161"/>
                </a:lnTo>
                <a:lnTo>
                  <a:pt x="753" y="161"/>
                </a:lnTo>
                <a:moveTo>
                  <a:pt x="835" y="536"/>
                </a:moveTo>
                <a:lnTo>
                  <a:pt x="726" y="536"/>
                </a:lnTo>
                <a:cubicBezTo>
                  <a:pt x="711" y="536"/>
                  <a:pt x="699" y="548"/>
                  <a:pt x="699" y="563"/>
                </a:cubicBezTo>
                <a:lnTo>
                  <a:pt x="699" y="648"/>
                </a:lnTo>
                <a:lnTo>
                  <a:pt x="807" y="648"/>
                </a:lnTo>
                <a:cubicBezTo>
                  <a:pt x="826" y="648"/>
                  <a:pt x="845" y="652"/>
                  <a:pt x="862" y="658"/>
                </a:cubicBezTo>
                <a:lnTo>
                  <a:pt x="862" y="563"/>
                </a:lnTo>
                <a:cubicBezTo>
                  <a:pt x="862" y="549"/>
                  <a:pt x="850" y="536"/>
                  <a:pt x="835" y="536"/>
                </a:cubicBezTo>
                <a:moveTo>
                  <a:pt x="457" y="215"/>
                </a:moveTo>
                <a:cubicBezTo>
                  <a:pt x="472" y="215"/>
                  <a:pt x="484" y="203"/>
                  <a:pt x="484" y="188"/>
                </a:cubicBezTo>
                <a:cubicBezTo>
                  <a:pt x="484" y="173"/>
                  <a:pt x="472" y="161"/>
                  <a:pt x="457" y="161"/>
                </a:cubicBezTo>
                <a:cubicBezTo>
                  <a:pt x="443" y="161"/>
                  <a:pt x="431" y="173"/>
                  <a:pt x="431" y="188"/>
                </a:cubicBezTo>
                <a:cubicBezTo>
                  <a:pt x="431" y="203"/>
                  <a:pt x="443" y="215"/>
                  <a:pt x="457" y="215"/>
                </a:cubicBezTo>
                <a:moveTo>
                  <a:pt x="122" y="453"/>
                </a:moveTo>
                <a:cubicBezTo>
                  <a:pt x="128" y="442"/>
                  <a:pt x="125" y="430"/>
                  <a:pt x="117" y="421"/>
                </a:cubicBezTo>
                <a:cubicBezTo>
                  <a:pt x="105" y="409"/>
                  <a:pt x="107" y="388"/>
                  <a:pt x="124" y="378"/>
                </a:cubicBezTo>
                <a:cubicBezTo>
                  <a:pt x="131" y="374"/>
                  <a:pt x="141" y="374"/>
                  <a:pt x="149" y="378"/>
                </a:cubicBezTo>
                <a:cubicBezTo>
                  <a:pt x="165" y="388"/>
                  <a:pt x="167" y="409"/>
                  <a:pt x="155" y="421"/>
                </a:cubicBezTo>
                <a:cubicBezTo>
                  <a:pt x="147" y="429"/>
                  <a:pt x="145" y="442"/>
                  <a:pt x="150" y="453"/>
                </a:cubicBezTo>
                <a:cubicBezTo>
                  <a:pt x="159" y="469"/>
                  <a:pt x="181" y="472"/>
                  <a:pt x="193" y="459"/>
                </a:cubicBezTo>
                <a:cubicBezTo>
                  <a:pt x="224" y="428"/>
                  <a:pt x="225" y="377"/>
                  <a:pt x="193" y="345"/>
                </a:cubicBezTo>
                <a:cubicBezTo>
                  <a:pt x="185" y="337"/>
                  <a:pt x="174" y="331"/>
                  <a:pt x="163" y="327"/>
                </a:cubicBezTo>
                <a:lnTo>
                  <a:pt x="163" y="161"/>
                </a:lnTo>
                <a:lnTo>
                  <a:pt x="217" y="161"/>
                </a:lnTo>
                <a:lnTo>
                  <a:pt x="217" y="146"/>
                </a:lnTo>
                <a:cubicBezTo>
                  <a:pt x="201" y="137"/>
                  <a:pt x="187" y="124"/>
                  <a:pt x="178" y="107"/>
                </a:cubicBezTo>
                <a:lnTo>
                  <a:pt x="136" y="107"/>
                </a:lnTo>
                <a:cubicBezTo>
                  <a:pt x="121" y="107"/>
                  <a:pt x="109" y="119"/>
                  <a:pt x="109" y="134"/>
                </a:cubicBezTo>
                <a:lnTo>
                  <a:pt x="109" y="327"/>
                </a:lnTo>
                <a:cubicBezTo>
                  <a:pt x="99" y="331"/>
                  <a:pt x="88" y="337"/>
                  <a:pt x="79" y="346"/>
                </a:cubicBezTo>
                <a:cubicBezTo>
                  <a:pt x="48" y="377"/>
                  <a:pt x="48" y="428"/>
                  <a:pt x="79" y="459"/>
                </a:cubicBezTo>
                <a:cubicBezTo>
                  <a:pt x="92" y="472"/>
                  <a:pt x="113" y="469"/>
                  <a:pt x="122" y="453"/>
                </a:cubicBezTo>
                <a:moveTo>
                  <a:pt x="485" y="373"/>
                </a:moveTo>
                <a:lnTo>
                  <a:pt x="485" y="263"/>
                </a:lnTo>
                <a:cubicBezTo>
                  <a:pt x="476" y="266"/>
                  <a:pt x="467" y="268"/>
                  <a:pt x="458" y="268"/>
                </a:cubicBezTo>
                <a:cubicBezTo>
                  <a:pt x="448" y="268"/>
                  <a:pt x="439" y="266"/>
                  <a:pt x="431" y="263"/>
                </a:cubicBezTo>
                <a:lnTo>
                  <a:pt x="431" y="373"/>
                </a:lnTo>
                <a:cubicBezTo>
                  <a:pt x="440" y="374"/>
                  <a:pt x="449" y="376"/>
                  <a:pt x="458" y="376"/>
                </a:cubicBezTo>
                <a:cubicBezTo>
                  <a:pt x="467" y="376"/>
                  <a:pt x="476" y="374"/>
                  <a:pt x="485" y="373"/>
                </a:cubicBezTo>
                <a:moveTo>
                  <a:pt x="806" y="702"/>
                </a:moveTo>
                <a:lnTo>
                  <a:pt x="109" y="702"/>
                </a:lnTo>
                <a:cubicBezTo>
                  <a:pt x="50" y="702"/>
                  <a:pt x="0" y="750"/>
                  <a:pt x="0" y="809"/>
                </a:cubicBezTo>
                <a:cubicBezTo>
                  <a:pt x="0" y="868"/>
                  <a:pt x="50" y="916"/>
                  <a:pt x="109" y="916"/>
                </a:cubicBezTo>
                <a:lnTo>
                  <a:pt x="806" y="916"/>
                </a:lnTo>
                <a:cubicBezTo>
                  <a:pt x="865" y="916"/>
                  <a:pt x="915" y="868"/>
                  <a:pt x="915" y="809"/>
                </a:cubicBezTo>
                <a:cubicBezTo>
                  <a:pt x="915" y="750"/>
                  <a:pt x="865" y="702"/>
                  <a:pt x="806" y="702"/>
                </a:cubicBezTo>
                <a:moveTo>
                  <a:pt x="136" y="835"/>
                </a:moveTo>
                <a:cubicBezTo>
                  <a:pt x="121" y="835"/>
                  <a:pt x="109" y="823"/>
                  <a:pt x="109" y="808"/>
                </a:cubicBezTo>
                <a:cubicBezTo>
                  <a:pt x="109" y="793"/>
                  <a:pt x="122" y="781"/>
                  <a:pt x="136" y="781"/>
                </a:cubicBezTo>
                <a:cubicBezTo>
                  <a:pt x="151" y="781"/>
                  <a:pt x="162" y="793"/>
                  <a:pt x="162" y="808"/>
                </a:cubicBezTo>
                <a:cubicBezTo>
                  <a:pt x="162" y="823"/>
                  <a:pt x="150" y="835"/>
                  <a:pt x="136" y="835"/>
                </a:cubicBezTo>
                <a:moveTo>
                  <a:pt x="243" y="835"/>
                </a:moveTo>
                <a:cubicBezTo>
                  <a:pt x="228" y="835"/>
                  <a:pt x="216" y="823"/>
                  <a:pt x="216" y="808"/>
                </a:cubicBezTo>
                <a:cubicBezTo>
                  <a:pt x="216" y="793"/>
                  <a:pt x="228" y="781"/>
                  <a:pt x="243" y="781"/>
                </a:cubicBezTo>
                <a:cubicBezTo>
                  <a:pt x="258" y="781"/>
                  <a:pt x="270" y="793"/>
                  <a:pt x="270" y="808"/>
                </a:cubicBezTo>
                <a:cubicBezTo>
                  <a:pt x="270" y="823"/>
                  <a:pt x="258" y="835"/>
                  <a:pt x="243" y="835"/>
                </a:cubicBezTo>
                <a:moveTo>
                  <a:pt x="350" y="835"/>
                </a:moveTo>
                <a:cubicBezTo>
                  <a:pt x="335" y="835"/>
                  <a:pt x="323" y="823"/>
                  <a:pt x="323" y="808"/>
                </a:cubicBezTo>
                <a:cubicBezTo>
                  <a:pt x="323" y="793"/>
                  <a:pt x="335" y="781"/>
                  <a:pt x="350" y="781"/>
                </a:cubicBezTo>
                <a:cubicBezTo>
                  <a:pt x="365" y="781"/>
                  <a:pt x="377" y="793"/>
                  <a:pt x="377" y="808"/>
                </a:cubicBezTo>
                <a:cubicBezTo>
                  <a:pt x="377" y="823"/>
                  <a:pt x="365" y="835"/>
                  <a:pt x="350" y="835"/>
                </a:cubicBezTo>
                <a:moveTo>
                  <a:pt x="457" y="835"/>
                </a:moveTo>
                <a:cubicBezTo>
                  <a:pt x="443" y="835"/>
                  <a:pt x="431" y="823"/>
                  <a:pt x="431" y="808"/>
                </a:cubicBezTo>
                <a:cubicBezTo>
                  <a:pt x="431" y="793"/>
                  <a:pt x="443" y="781"/>
                  <a:pt x="457" y="781"/>
                </a:cubicBezTo>
                <a:cubicBezTo>
                  <a:pt x="472" y="781"/>
                  <a:pt x="484" y="793"/>
                  <a:pt x="484" y="808"/>
                </a:cubicBezTo>
                <a:cubicBezTo>
                  <a:pt x="484" y="823"/>
                  <a:pt x="472" y="835"/>
                  <a:pt x="457" y="835"/>
                </a:cubicBezTo>
                <a:moveTo>
                  <a:pt x="565" y="835"/>
                </a:moveTo>
                <a:cubicBezTo>
                  <a:pt x="551" y="835"/>
                  <a:pt x="538" y="823"/>
                  <a:pt x="538" y="808"/>
                </a:cubicBezTo>
                <a:cubicBezTo>
                  <a:pt x="538" y="793"/>
                  <a:pt x="551" y="781"/>
                  <a:pt x="565" y="781"/>
                </a:cubicBezTo>
                <a:cubicBezTo>
                  <a:pt x="580" y="781"/>
                  <a:pt x="591" y="793"/>
                  <a:pt x="591" y="808"/>
                </a:cubicBezTo>
                <a:cubicBezTo>
                  <a:pt x="591" y="823"/>
                  <a:pt x="580" y="835"/>
                  <a:pt x="565" y="835"/>
                </a:cubicBezTo>
                <a:moveTo>
                  <a:pt x="672" y="835"/>
                </a:moveTo>
                <a:cubicBezTo>
                  <a:pt x="657" y="835"/>
                  <a:pt x="645" y="823"/>
                  <a:pt x="645" y="808"/>
                </a:cubicBezTo>
                <a:cubicBezTo>
                  <a:pt x="645" y="793"/>
                  <a:pt x="657" y="781"/>
                  <a:pt x="672" y="781"/>
                </a:cubicBezTo>
                <a:cubicBezTo>
                  <a:pt x="687" y="781"/>
                  <a:pt x="699" y="793"/>
                  <a:pt x="699" y="808"/>
                </a:cubicBezTo>
                <a:cubicBezTo>
                  <a:pt x="699" y="823"/>
                  <a:pt x="687" y="835"/>
                  <a:pt x="672" y="835"/>
                </a:cubicBezTo>
                <a:moveTo>
                  <a:pt x="779" y="835"/>
                </a:moveTo>
                <a:cubicBezTo>
                  <a:pt x="764" y="835"/>
                  <a:pt x="752" y="823"/>
                  <a:pt x="752" y="808"/>
                </a:cubicBezTo>
                <a:cubicBezTo>
                  <a:pt x="752" y="793"/>
                  <a:pt x="764" y="781"/>
                  <a:pt x="779" y="781"/>
                </a:cubicBezTo>
                <a:cubicBezTo>
                  <a:pt x="794" y="781"/>
                  <a:pt x="806" y="793"/>
                  <a:pt x="806" y="808"/>
                </a:cubicBezTo>
                <a:cubicBezTo>
                  <a:pt x="806" y="823"/>
                  <a:pt x="794" y="835"/>
                  <a:pt x="779" y="835"/>
                </a:cubicBezTo>
                <a:moveTo>
                  <a:pt x="217" y="563"/>
                </a:moveTo>
                <a:cubicBezTo>
                  <a:pt x="217" y="549"/>
                  <a:pt x="205" y="536"/>
                  <a:pt x="190" y="536"/>
                </a:cubicBezTo>
                <a:lnTo>
                  <a:pt x="80" y="536"/>
                </a:lnTo>
                <a:cubicBezTo>
                  <a:pt x="66" y="536"/>
                  <a:pt x="54" y="548"/>
                  <a:pt x="54" y="563"/>
                </a:cubicBezTo>
                <a:lnTo>
                  <a:pt x="54" y="658"/>
                </a:lnTo>
                <a:cubicBezTo>
                  <a:pt x="70" y="652"/>
                  <a:pt x="90" y="648"/>
                  <a:pt x="109" y="648"/>
                </a:cubicBezTo>
                <a:lnTo>
                  <a:pt x="217" y="648"/>
                </a:lnTo>
                <a:lnTo>
                  <a:pt x="217" y="563"/>
                </a:lnTo>
                <a:moveTo>
                  <a:pt x="645" y="161"/>
                </a:moveTo>
                <a:lnTo>
                  <a:pt x="533" y="161"/>
                </a:lnTo>
                <a:cubicBezTo>
                  <a:pt x="536" y="170"/>
                  <a:pt x="538" y="178"/>
                  <a:pt x="538" y="188"/>
                </a:cubicBezTo>
                <a:lnTo>
                  <a:pt x="538" y="357"/>
                </a:lnTo>
                <a:cubicBezTo>
                  <a:pt x="601" y="327"/>
                  <a:pt x="645" y="262"/>
                  <a:pt x="645" y="188"/>
                </a:cubicBezTo>
                <a:lnTo>
                  <a:pt x="645" y="161"/>
                </a:lnTo>
                <a:moveTo>
                  <a:pt x="645" y="563"/>
                </a:moveTo>
                <a:cubicBezTo>
                  <a:pt x="645" y="549"/>
                  <a:pt x="633" y="536"/>
                  <a:pt x="619" y="536"/>
                </a:cubicBezTo>
                <a:lnTo>
                  <a:pt x="511" y="536"/>
                </a:lnTo>
                <a:cubicBezTo>
                  <a:pt x="497" y="536"/>
                  <a:pt x="485" y="548"/>
                  <a:pt x="485" y="563"/>
                </a:cubicBezTo>
                <a:lnTo>
                  <a:pt x="485" y="648"/>
                </a:lnTo>
                <a:lnTo>
                  <a:pt x="646" y="648"/>
                </a:lnTo>
                <a:lnTo>
                  <a:pt x="646" y="563"/>
                </a:lnTo>
                <a:lnTo>
                  <a:pt x="645" y="563"/>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1" strike="noStrike">
              <a:solidFill>
                <a:srgbClr val="FFFFFF"/>
              </a:solidFill>
              <a:latin typeface="Times New Roman" panose="02020603050405020304" pitchFamily="18" charset="0"/>
              <a:cs typeface="Times New Roman" panose="02020603050405020304" pitchFamily="18" charset="0"/>
              <a:sym typeface="Arial"/>
            </a:endParaRPr>
          </a:p>
        </p:txBody>
      </p:sp>
      <p:sp>
        <p:nvSpPr>
          <p:cNvPr id="482" name="Google Shape;482;p48"/>
          <p:cNvSpPr/>
          <p:nvPr/>
        </p:nvSpPr>
        <p:spPr>
          <a:xfrm>
            <a:off x="806626" y="764399"/>
            <a:ext cx="502410" cy="466917"/>
          </a:xfrm>
          <a:custGeom>
            <a:avLst/>
            <a:gdLst/>
            <a:ahLst/>
            <a:cxnLst/>
            <a:rect l="l" t="t" r="r" b="b"/>
            <a:pathLst>
              <a:path w="916" h="916" extrusionOk="0">
                <a:moveTo>
                  <a:pt x="350" y="594"/>
                </a:moveTo>
                <a:cubicBezTo>
                  <a:pt x="336" y="594"/>
                  <a:pt x="324" y="606"/>
                  <a:pt x="324" y="620"/>
                </a:cubicBezTo>
                <a:cubicBezTo>
                  <a:pt x="324" y="635"/>
                  <a:pt x="335" y="647"/>
                  <a:pt x="350" y="647"/>
                </a:cubicBezTo>
                <a:cubicBezTo>
                  <a:pt x="364" y="647"/>
                  <a:pt x="377" y="635"/>
                  <a:pt x="377" y="620"/>
                </a:cubicBezTo>
                <a:cubicBezTo>
                  <a:pt x="377" y="606"/>
                  <a:pt x="365" y="594"/>
                  <a:pt x="350" y="594"/>
                </a:cubicBezTo>
                <a:moveTo>
                  <a:pt x="512" y="809"/>
                </a:moveTo>
                <a:lnTo>
                  <a:pt x="404" y="809"/>
                </a:lnTo>
                <a:cubicBezTo>
                  <a:pt x="390" y="809"/>
                  <a:pt x="378" y="821"/>
                  <a:pt x="378" y="836"/>
                </a:cubicBezTo>
                <a:lnTo>
                  <a:pt x="378" y="916"/>
                </a:lnTo>
                <a:lnTo>
                  <a:pt x="539" y="916"/>
                </a:lnTo>
                <a:lnTo>
                  <a:pt x="539" y="836"/>
                </a:lnTo>
                <a:cubicBezTo>
                  <a:pt x="538" y="821"/>
                  <a:pt x="526" y="809"/>
                  <a:pt x="512" y="809"/>
                </a:cubicBezTo>
                <a:moveTo>
                  <a:pt x="0" y="621"/>
                </a:moveTo>
                <a:lnTo>
                  <a:pt x="0" y="729"/>
                </a:lnTo>
                <a:cubicBezTo>
                  <a:pt x="0" y="773"/>
                  <a:pt x="36" y="809"/>
                  <a:pt x="80" y="809"/>
                </a:cubicBezTo>
                <a:lnTo>
                  <a:pt x="109" y="809"/>
                </a:lnTo>
                <a:lnTo>
                  <a:pt x="109" y="541"/>
                </a:lnTo>
                <a:lnTo>
                  <a:pt x="80" y="541"/>
                </a:lnTo>
                <a:cubicBezTo>
                  <a:pt x="36" y="541"/>
                  <a:pt x="0" y="577"/>
                  <a:pt x="0" y="621"/>
                </a:cubicBezTo>
                <a:moveTo>
                  <a:pt x="578" y="292"/>
                </a:moveTo>
                <a:cubicBezTo>
                  <a:pt x="560" y="255"/>
                  <a:pt x="526" y="229"/>
                  <a:pt x="485" y="220"/>
                </a:cubicBezTo>
                <a:lnTo>
                  <a:pt x="485" y="156"/>
                </a:lnTo>
                <a:cubicBezTo>
                  <a:pt x="518" y="144"/>
                  <a:pt x="541" y="112"/>
                  <a:pt x="538" y="75"/>
                </a:cubicBezTo>
                <a:cubicBezTo>
                  <a:pt x="536" y="35"/>
                  <a:pt x="504" y="3"/>
                  <a:pt x="464" y="0"/>
                </a:cubicBezTo>
                <a:cubicBezTo>
                  <a:pt x="417" y="-3"/>
                  <a:pt x="378" y="34"/>
                  <a:pt x="378" y="81"/>
                </a:cubicBezTo>
                <a:cubicBezTo>
                  <a:pt x="378" y="116"/>
                  <a:pt x="400" y="145"/>
                  <a:pt x="431" y="156"/>
                </a:cubicBezTo>
                <a:lnTo>
                  <a:pt x="431" y="220"/>
                </a:lnTo>
                <a:cubicBezTo>
                  <a:pt x="390" y="229"/>
                  <a:pt x="356" y="255"/>
                  <a:pt x="338" y="292"/>
                </a:cubicBezTo>
                <a:cubicBezTo>
                  <a:pt x="376" y="278"/>
                  <a:pt x="416" y="270"/>
                  <a:pt x="458" y="270"/>
                </a:cubicBezTo>
                <a:cubicBezTo>
                  <a:pt x="500" y="270"/>
                  <a:pt x="541" y="278"/>
                  <a:pt x="578" y="292"/>
                </a:cubicBezTo>
                <a:moveTo>
                  <a:pt x="565" y="594"/>
                </a:moveTo>
                <a:cubicBezTo>
                  <a:pt x="550" y="594"/>
                  <a:pt x="538" y="606"/>
                  <a:pt x="538" y="620"/>
                </a:cubicBezTo>
                <a:cubicBezTo>
                  <a:pt x="538" y="635"/>
                  <a:pt x="550" y="647"/>
                  <a:pt x="565" y="647"/>
                </a:cubicBezTo>
                <a:cubicBezTo>
                  <a:pt x="580" y="647"/>
                  <a:pt x="592" y="635"/>
                  <a:pt x="592" y="620"/>
                </a:cubicBezTo>
                <a:cubicBezTo>
                  <a:pt x="592" y="606"/>
                  <a:pt x="580" y="594"/>
                  <a:pt x="565" y="594"/>
                </a:cubicBezTo>
                <a:moveTo>
                  <a:pt x="835" y="541"/>
                </a:moveTo>
                <a:lnTo>
                  <a:pt x="807" y="541"/>
                </a:lnTo>
                <a:lnTo>
                  <a:pt x="807" y="809"/>
                </a:lnTo>
                <a:lnTo>
                  <a:pt x="836" y="809"/>
                </a:lnTo>
                <a:cubicBezTo>
                  <a:pt x="880" y="809"/>
                  <a:pt x="916" y="773"/>
                  <a:pt x="916" y="729"/>
                </a:cubicBezTo>
                <a:lnTo>
                  <a:pt x="916" y="621"/>
                </a:lnTo>
                <a:cubicBezTo>
                  <a:pt x="916" y="577"/>
                  <a:pt x="880" y="541"/>
                  <a:pt x="835" y="541"/>
                </a:cubicBezTo>
                <a:moveTo>
                  <a:pt x="458" y="325"/>
                </a:moveTo>
                <a:cubicBezTo>
                  <a:pt x="295" y="325"/>
                  <a:pt x="163" y="459"/>
                  <a:pt x="163" y="621"/>
                </a:cubicBezTo>
                <a:lnTo>
                  <a:pt x="163" y="836"/>
                </a:lnTo>
                <a:cubicBezTo>
                  <a:pt x="163" y="880"/>
                  <a:pt x="199" y="916"/>
                  <a:pt x="244" y="916"/>
                </a:cubicBezTo>
                <a:lnTo>
                  <a:pt x="324" y="916"/>
                </a:lnTo>
                <a:lnTo>
                  <a:pt x="324" y="836"/>
                </a:lnTo>
                <a:cubicBezTo>
                  <a:pt x="324" y="791"/>
                  <a:pt x="360" y="755"/>
                  <a:pt x="404" y="755"/>
                </a:cubicBezTo>
                <a:lnTo>
                  <a:pt x="512" y="755"/>
                </a:lnTo>
                <a:cubicBezTo>
                  <a:pt x="556" y="755"/>
                  <a:pt x="592" y="791"/>
                  <a:pt x="592" y="836"/>
                </a:cubicBezTo>
                <a:lnTo>
                  <a:pt x="592" y="916"/>
                </a:lnTo>
                <a:lnTo>
                  <a:pt x="672" y="916"/>
                </a:lnTo>
                <a:cubicBezTo>
                  <a:pt x="717" y="916"/>
                  <a:pt x="753" y="880"/>
                  <a:pt x="753" y="836"/>
                </a:cubicBezTo>
                <a:lnTo>
                  <a:pt x="753" y="621"/>
                </a:lnTo>
                <a:cubicBezTo>
                  <a:pt x="753" y="459"/>
                  <a:pt x="621" y="325"/>
                  <a:pt x="458" y="325"/>
                </a:cubicBezTo>
                <a:moveTo>
                  <a:pt x="350" y="701"/>
                </a:moveTo>
                <a:cubicBezTo>
                  <a:pt x="306" y="701"/>
                  <a:pt x="270" y="665"/>
                  <a:pt x="270" y="620"/>
                </a:cubicBezTo>
                <a:cubicBezTo>
                  <a:pt x="270" y="576"/>
                  <a:pt x="306" y="540"/>
                  <a:pt x="350" y="540"/>
                </a:cubicBezTo>
                <a:cubicBezTo>
                  <a:pt x="395" y="540"/>
                  <a:pt x="431" y="576"/>
                  <a:pt x="431" y="620"/>
                </a:cubicBezTo>
                <a:cubicBezTo>
                  <a:pt x="431" y="665"/>
                  <a:pt x="395" y="701"/>
                  <a:pt x="350" y="701"/>
                </a:cubicBezTo>
                <a:moveTo>
                  <a:pt x="565" y="701"/>
                </a:moveTo>
                <a:cubicBezTo>
                  <a:pt x="520" y="701"/>
                  <a:pt x="484" y="665"/>
                  <a:pt x="484" y="620"/>
                </a:cubicBezTo>
                <a:cubicBezTo>
                  <a:pt x="484" y="576"/>
                  <a:pt x="521" y="540"/>
                  <a:pt x="565" y="540"/>
                </a:cubicBezTo>
                <a:cubicBezTo>
                  <a:pt x="609" y="540"/>
                  <a:pt x="645" y="576"/>
                  <a:pt x="645" y="620"/>
                </a:cubicBezTo>
                <a:cubicBezTo>
                  <a:pt x="645" y="665"/>
                  <a:pt x="609" y="701"/>
                  <a:pt x="565" y="701"/>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1" strike="noStrike">
              <a:solidFill>
                <a:srgbClr val="FFFFFF"/>
              </a:solidFill>
              <a:latin typeface="Times New Roman" panose="02020603050405020304" pitchFamily="18" charset="0"/>
              <a:cs typeface="Times New Roman" panose="02020603050405020304" pitchFamily="18" charset="0"/>
              <a:sym typeface="Arial"/>
            </a:endParaRPr>
          </a:p>
        </p:txBody>
      </p:sp>
      <p:pic>
        <p:nvPicPr>
          <p:cNvPr id="484" name="Google Shape;484;p48"/>
          <p:cNvPicPr preferRelativeResize="0"/>
          <p:nvPr/>
        </p:nvPicPr>
        <p:blipFill rotWithShape="1">
          <a:blip r:embed="rId3">
            <a:alphaModFix amt="38000"/>
          </a:blip>
          <a:srcRect t="58031" b="6290"/>
          <a:stretch/>
        </p:blipFill>
        <p:spPr>
          <a:xfrm flipV="1">
            <a:off x="417300" y="4232976"/>
            <a:ext cx="3982800" cy="146050"/>
          </a:xfrm>
          <a:prstGeom prst="rect">
            <a:avLst/>
          </a:prstGeom>
          <a:noFill/>
          <a:ln>
            <a:noFill/>
          </a:ln>
        </p:spPr>
      </p:pic>
      <p:sp>
        <p:nvSpPr>
          <p:cNvPr id="16" name="Subtitle 3"/>
          <p:cNvSpPr>
            <a:spLocks noGrp="1"/>
          </p:cNvSpPr>
          <p:nvPr>
            <p:ph type="subTitle" idx="3"/>
          </p:nvPr>
        </p:nvSpPr>
        <p:spPr>
          <a:xfrm>
            <a:off x="4400100" y="466792"/>
            <a:ext cx="4113078" cy="3989706"/>
          </a:xfrm>
        </p:spPr>
        <p:txBody>
          <a:bodyPr/>
          <a:lstStyle/>
          <a:p>
            <a:r>
              <a:rPr lang="en-US" b="1" dirty="0">
                <a:solidFill>
                  <a:srgbClr val="00B0F0"/>
                </a:solidFill>
                <a:latin typeface="Times New Roman" panose="02020603050405020304" pitchFamily="18" charset="0"/>
                <a:cs typeface="Times New Roman" panose="02020603050405020304" pitchFamily="18" charset="0"/>
              </a:rPr>
              <a:t>AI is being used in a variety of ways to improve industrial robotics. Machine vision allows robots to see and understand their environment, which enables them to perform tasks such as picking and placing objects, and inspecting products for defects. Predictive maintenance can be used to identify potential problems with robots before they occur, which can help to prevent downtime and costly repairs. Process optimization can be used to improve the efficiency of robotic tasks, such as by optimizing robot movements and scheduling. Quality control can be used to ensure that products meet quality standards.</a:t>
            </a: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82"/>
                                        </p:tgtEl>
                                        <p:attrNameLst>
                                          <p:attrName>style.visibility</p:attrName>
                                        </p:attrNameLst>
                                      </p:cBhvr>
                                      <p:to>
                                        <p:strVal val="visible"/>
                                      </p:to>
                                    </p:set>
                                    <p:animEffect transition="in" filter="fade">
                                      <p:cBhvr>
                                        <p:cTn id="7" dur="1000"/>
                                        <p:tgtEl>
                                          <p:spTgt spid="482"/>
                                        </p:tgtEl>
                                      </p:cBhvr>
                                    </p:animEffect>
                                    <p:anim calcmode="lin" valueType="num">
                                      <p:cBhvr>
                                        <p:cTn id="8" dur="1000" fill="hold"/>
                                        <p:tgtEl>
                                          <p:spTgt spid="482"/>
                                        </p:tgtEl>
                                        <p:attrNameLst>
                                          <p:attrName>ppt_x</p:attrName>
                                        </p:attrNameLst>
                                      </p:cBhvr>
                                      <p:tavLst>
                                        <p:tav tm="0">
                                          <p:val>
                                            <p:strVal val="#ppt_x"/>
                                          </p:val>
                                        </p:tav>
                                        <p:tav tm="100000">
                                          <p:val>
                                            <p:strVal val="#ppt_x"/>
                                          </p:val>
                                        </p:tav>
                                      </p:tavLst>
                                    </p:anim>
                                    <p:anim calcmode="lin" valueType="num">
                                      <p:cBhvr>
                                        <p:cTn id="9" dur="1000" fill="hold"/>
                                        <p:tgtEl>
                                          <p:spTgt spid="48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77">
                                            <p:txEl>
                                              <p:pRg st="0" end="0"/>
                                            </p:txEl>
                                          </p:spTgt>
                                        </p:tgtEl>
                                        <p:attrNameLst>
                                          <p:attrName>style.visibility</p:attrName>
                                        </p:attrNameLst>
                                      </p:cBhvr>
                                      <p:to>
                                        <p:strVal val="visible"/>
                                      </p:to>
                                    </p:set>
                                    <p:animEffect transition="in" filter="fade">
                                      <p:cBhvr>
                                        <p:cTn id="14" dur="500"/>
                                        <p:tgtEl>
                                          <p:spTgt spid="47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77">
                                            <p:txEl>
                                              <p:pRg st="2" end="2"/>
                                            </p:txEl>
                                          </p:spTgt>
                                        </p:tgtEl>
                                        <p:attrNameLst>
                                          <p:attrName>style.visibility</p:attrName>
                                        </p:attrNameLst>
                                      </p:cBhvr>
                                      <p:to>
                                        <p:strVal val="visible"/>
                                      </p:to>
                                    </p:set>
                                    <p:animEffect transition="in" filter="fade">
                                      <p:cBhvr>
                                        <p:cTn id="19" dur="500"/>
                                        <p:tgtEl>
                                          <p:spTgt spid="477">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481"/>
                                        </p:tgtEl>
                                        <p:attrNameLst>
                                          <p:attrName>style.visibility</p:attrName>
                                        </p:attrNameLst>
                                      </p:cBhvr>
                                      <p:to>
                                        <p:strVal val="visible"/>
                                      </p:to>
                                    </p:set>
                                    <p:animEffect transition="in" filter="fade">
                                      <p:cBhvr>
                                        <p:cTn id="24" dur="1000"/>
                                        <p:tgtEl>
                                          <p:spTgt spid="481"/>
                                        </p:tgtEl>
                                      </p:cBhvr>
                                    </p:animEffect>
                                    <p:anim calcmode="lin" valueType="num">
                                      <p:cBhvr>
                                        <p:cTn id="25" dur="1000" fill="hold"/>
                                        <p:tgtEl>
                                          <p:spTgt spid="481"/>
                                        </p:tgtEl>
                                        <p:attrNameLst>
                                          <p:attrName>ppt_x</p:attrName>
                                        </p:attrNameLst>
                                      </p:cBhvr>
                                      <p:tavLst>
                                        <p:tav tm="0">
                                          <p:val>
                                            <p:strVal val="#ppt_x"/>
                                          </p:val>
                                        </p:tav>
                                        <p:tav tm="100000">
                                          <p:val>
                                            <p:strVal val="#ppt_x"/>
                                          </p:val>
                                        </p:tav>
                                      </p:tavLst>
                                    </p:anim>
                                    <p:anim calcmode="lin" valueType="num">
                                      <p:cBhvr>
                                        <p:cTn id="26" dur="1000" fill="hold"/>
                                        <p:tgtEl>
                                          <p:spTgt spid="48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76">
                                            <p:txEl>
                                              <p:pRg st="0" end="0"/>
                                            </p:txEl>
                                          </p:spTgt>
                                        </p:tgtEl>
                                        <p:attrNameLst>
                                          <p:attrName>style.visibility</p:attrName>
                                        </p:attrNameLst>
                                      </p:cBhvr>
                                      <p:to>
                                        <p:strVal val="visible"/>
                                      </p:to>
                                    </p:set>
                                    <p:animEffect transition="in" filter="fade">
                                      <p:cBhvr>
                                        <p:cTn id="31" dur="500"/>
                                        <p:tgtEl>
                                          <p:spTgt spid="476">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78">
                                            <p:txEl>
                                              <p:pRg st="0" end="0"/>
                                            </p:txEl>
                                          </p:spTgt>
                                        </p:tgtEl>
                                        <p:attrNameLst>
                                          <p:attrName>style.visibility</p:attrName>
                                        </p:attrNameLst>
                                      </p:cBhvr>
                                      <p:to>
                                        <p:strVal val="visible"/>
                                      </p:to>
                                    </p:set>
                                    <p:animEffect transition="in" filter="fade">
                                      <p:cBhvr>
                                        <p:cTn id="36" dur="500"/>
                                        <p:tgtEl>
                                          <p:spTgt spid="478">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6">
                                            <p:txEl>
                                              <p:pRg st="0" end="0"/>
                                            </p:txEl>
                                          </p:spTgt>
                                        </p:tgtEl>
                                        <p:attrNameLst>
                                          <p:attrName>style.visibility</p:attrName>
                                        </p:attrNameLst>
                                      </p:cBhvr>
                                      <p:to>
                                        <p:strVal val="visible"/>
                                      </p:to>
                                    </p:set>
                                    <p:animEffect transition="in" filter="fade">
                                      <p:cBhvr>
                                        <p:cTn id="41"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 grpId="0" build="p"/>
      <p:bldP spid="477" grpId="0" uiExpand="1" build="p"/>
      <p:bldP spid="478" grpId="0" build="p"/>
      <p:bldP spid="481" grpId="0" animBg="1"/>
      <p:bldP spid="482" grpId="0" animBg="1"/>
      <p:bldP spid="1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47"/>
          <p:cNvSpPr txBox="1">
            <a:spLocks noGrp="1"/>
          </p:cNvSpPr>
          <p:nvPr>
            <p:ph type="title"/>
          </p:nvPr>
        </p:nvSpPr>
        <p:spPr>
          <a:xfrm>
            <a:off x="720000" y="539015"/>
            <a:ext cx="6219815" cy="914400"/>
          </a:xfrm>
          <a:prstGeom prst="rect">
            <a:avLst/>
          </a:prstGeom>
        </p:spPr>
        <p:txBody>
          <a:bodyPr spcFirstLastPara="1" wrap="square" lIns="91425" tIns="91425" rIns="91425" bIns="91425" anchor="t" anchorCtr="0">
            <a:noAutofit/>
          </a:bodyPr>
          <a:lstStyle/>
          <a:p>
            <a:pPr lvl="0"/>
            <a:r>
              <a:rPr lang="en-US"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How AI is Used in Industrial Robotics</a:t>
            </a:r>
            <a:endParaRPr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64" name="Google Shape;464;p47"/>
          <p:cNvSpPr txBox="1">
            <a:spLocks noGrp="1"/>
          </p:cNvSpPr>
          <p:nvPr>
            <p:ph type="subTitle" idx="1"/>
          </p:nvPr>
        </p:nvSpPr>
        <p:spPr>
          <a:xfrm>
            <a:off x="4801790" y="2582714"/>
            <a:ext cx="2895275" cy="1941159"/>
          </a:xfrm>
          <a:prstGeom prst="rect">
            <a:avLst/>
          </a:prstGeom>
        </p:spPr>
        <p:txBody>
          <a:bodyPr spcFirstLastPara="1" wrap="square" lIns="91425" tIns="91425" rIns="91425" bIns="91425" anchor="t" anchorCtr="0">
            <a:noAutofit/>
          </a:bodyPr>
          <a:lstStyle/>
          <a:p>
            <a:pPr marL="0" lvl="0" indent="0"/>
            <a:r>
              <a:rPr lang="en-US" sz="1600" b="1" dirty="0">
                <a:latin typeface="Georgia" panose="02040502050405020303" pitchFamily="18" charset="0"/>
              </a:rPr>
              <a:t>Helps identify potential problems with </a:t>
            </a:r>
            <a:r>
              <a:rPr lang="en-US" sz="1600" b="1" dirty="0">
                <a:latin typeface="Times New Roman" panose="02020603050405020304" pitchFamily="18" charset="0"/>
                <a:cs typeface="Times New Roman" panose="02020603050405020304" pitchFamily="18" charset="0"/>
              </a:rPr>
              <a:t>robots</a:t>
            </a:r>
            <a:r>
              <a:rPr lang="en-US" sz="1600" b="1" dirty="0">
                <a:latin typeface="Georgia" panose="02040502050405020303" pitchFamily="18" charset="0"/>
              </a:rPr>
              <a:t> before they occur, preventing downtime and costly repairs</a:t>
            </a:r>
            <a:endParaRPr sz="1600" b="1" dirty="0">
              <a:latin typeface="Georgia" panose="02040502050405020303" pitchFamily="18" charset="0"/>
            </a:endParaRPr>
          </a:p>
        </p:txBody>
      </p:sp>
      <p:sp>
        <p:nvSpPr>
          <p:cNvPr id="465" name="Google Shape;465;p47"/>
          <p:cNvSpPr txBox="1">
            <a:spLocks noGrp="1"/>
          </p:cNvSpPr>
          <p:nvPr>
            <p:ph type="subTitle" idx="2"/>
          </p:nvPr>
        </p:nvSpPr>
        <p:spPr>
          <a:xfrm>
            <a:off x="452387" y="2582714"/>
            <a:ext cx="3623308" cy="1806405"/>
          </a:xfrm>
          <a:prstGeom prst="rect">
            <a:avLst/>
          </a:prstGeom>
        </p:spPr>
        <p:txBody>
          <a:bodyPr spcFirstLastPara="1" wrap="square" lIns="91425" tIns="91425" rIns="91425" bIns="91425" anchor="t" anchorCtr="0">
            <a:noAutofit/>
          </a:bodyPr>
          <a:lstStyle/>
          <a:p>
            <a:pPr marL="0" lvl="0" indent="0"/>
            <a:r>
              <a:rPr lang="en-US" sz="1600" b="1" dirty="0">
                <a:latin typeface="Times New Roman" panose="02020603050405020304" pitchFamily="18" charset="0"/>
                <a:cs typeface="Times New Roman" panose="02020603050405020304" pitchFamily="18" charset="0"/>
              </a:rPr>
              <a:t>Enables robots to see and understand their environment, allowing them to perform tasks like picking and placing objects and inspecting products for defects</a:t>
            </a:r>
            <a:endParaRPr sz="1600" b="1" dirty="0">
              <a:latin typeface="Times New Roman" panose="02020603050405020304" pitchFamily="18" charset="0"/>
              <a:cs typeface="Times New Roman" panose="02020603050405020304" pitchFamily="18" charset="0"/>
            </a:endParaRPr>
          </a:p>
        </p:txBody>
      </p:sp>
      <p:sp>
        <p:nvSpPr>
          <p:cNvPr id="466" name="Google Shape;466;p47"/>
          <p:cNvSpPr txBox="1">
            <a:spLocks noGrp="1"/>
          </p:cNvSpPr>
          <p:nvPr>
            <p:ph type="subTitle" idx="4"/>
          </p:nvPr>
        </p:nvSpPr>
        <p:spPr>
          <a:xfrm>
            <a:off x="476668" y="2171114"/>
            <a:ext cx="2613300" cy="411600"/>
          </a:xfrm>
          <a:prstGeom prst="rect">
            <a:avLst/>
          </a:prstGeom>
        </p:spPr>
        <p:txBody>
          <a:bodyPr spcFirstLastPara="1" wrap="square" lIns="91425" tIns="91425" rIns="91425" bIns="91425" anchor="b" anchorCtr="0">
            <a:noAutofit/>
          </a:bodyPr>
          <a:lstStyle/>
          <a:p>
            <a:pPr marL="0" lvl="0" indent="0"/>
            <a:r>
              <a:rPr lang="en-US"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Machine vision: </a:t>
            </a:r>
            <a:endParaRPr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67" name="Google Shape;467;p47"/>
          <p:cNvSpPr txBox="1">
            <a:spLocks noGrp="1"/>
          </p:cNvSpPr>
          <p:nvPr>
            <p:ph type="subTitle" idx="3"/>
          </p:nvPr>
        </p:nvSpPr>
        <p:spPr>
          <a:xfrm>
            <a:off x="4735630" y="1812935"/>
            <a:ext cx="3917482" cy="769779"/>
          </a:xfrm>
          <a:prstGeom prst="rect">
            <a:avLst/>
          </a:prstGeom>
        </p:spPr>
        <p:txBody>
          <a:bodyPr spcFirstLastPara="1" wrap="square" lIns="91425" tIns="91425" rIns="91425" bIns="91425" anchor="b" anchorCtr="0">
            <a:noAutofit/>
          </a:bodyPr>
          <a:lstStyle/>
          <a:p>
            <a:pPr marL="0" lvl="0" indent="0"/>
            <a:r>
              <a:rPr lang="en-US"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Predictive Maintenance: </a:t>
            </a:r>
            <a:endParaRPr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68" name="Google Shape;468;p47"/>
          <p:cNvSpPr/>
          <p:nvPr/>
        </p:nvSpPr>
        <p:spPr>
          <a:xfrm>
            <a:off x="4801790" y="1812934"/>
            <a:ext cx="281975" cy="281972"/>
          </a:xfrm>
          <a:custGeom>
            <a:avLst/>
            <a:gdLst/>
            <a:ahLst/>
            <a:cxnLst/>
            <a:rect l="l" t="t" r="r" b="b"/>
            <a:pathLst>
              <a:path w="916" h="916" extrusionOk="0">
                <a:moveTo>
                  <a:pt x="53" y="351"/>
                </a:moveTo>
                <a:cubicBezTo>
                  <a:pt x="53" y="343"/>
                  <a:pt x="54" y="336"/>
                  <a:pt x="54" y="328"/>
                </a:cubicBezTo>
                <a:cubicBezTo>
                  <a:pt x="23" y="339"/>
                  <a:pt x="0" y="369"/>
                  <a:pt x="0" y="404"/>
                </a:cubicBezTo>
                <a:lnTo>
                  <a:pt x="0" y="565"/>
                </a:lnTo>
                <a:cubicBezTo>
                  <a:pt x="0" y="603"/>
                  <a:pt x="26" y="634"/>
                  <a:pt x="61" y="643"/>
                </a:cubicBezTo>
                <a:cubicBezTo>
                  <a:pt x="56" y="618"/>
                  <a:pt x="53" y="592"/>
                  <a:pt x="53" y="565"/>
                </a:cubicBezTo>
                <a:lnTo>
                  <a:pt x="53" y="351"/>
                </a:lnTo>
                <a:moveTo>
                  <a:pt x="458" y="0"/>
                </a:moveTo>
                <a:cubicBezTo>
                  <a:pt x="266" y="0"/>
                  <a:pt x="107" y="158"/>
                  <a:pt x="107" y="351"/>
                </a:cubicBezTo>
                <a:lnTo>
                  <a:pt x="107" y="565"/>
                </a:lnTo>
                <a:cubicBezTo>
                  <a:pt x="107" y="758"/>
                  <a:pt x="266" y="916"/>
                  <a:pt x="458" y="916"/>
                </a:cubicBezTo>
                <a:cubicBezTo>
                  <a:pt x="651" y="916"/>
                  <a:pt x="809" y="758"/>
                  <a:pt x="809" y="565"/>
                </a:cubicBezTo>
                <a:lnTo>
                  <a:pt x="809" y="351"/>
                </a:lnTo>
                <a:cubicBezTo>
                  <a:pt x="809" y="158"/>
                  <a:pt x="651" y="0"/>
                  <a:pt x="458" y="0"/>
                </a:cubicBezTo>
                <a:moveTo>
                  <a:pt x="565" y="163"/>
                </a:moveTo>
                <a:cubicBezTo>
                  <a:pt x="579" y="163"/>
                  <a:pt x="591" y="175"/>
                  <a:pt x="591" y="190"/>
                </a:cubicBezTo>
                <a:cubicBezTo>
                  <a:pt x="591" y="205"/>
                  <a:pt x="579" y="217"/>
                  <a:pt x="565" y="217"/>
                </a:cubicBezTo>
                <a:cubicBezTo>
                  <a:pt x="550" y="217"/>
                  <a:pt x="538" y="205"/>
                  <a:pt x="538" y="190"/>
                </a:cubicBezTo>
                <a:cubicBezTo>
                  <a:pt x="538" y="175"/>
                  <a:pt x="550" y="163"/>
                  <a:pt x="565" y="163"/>
                </a:cubicBezTo>
                <a:moveTo>
                  <a:pt x="457" y="163"/>
                </a:moveTo>
                <a:cubicBezTo>
                  <a:pt x="472" y="163"/>
                  <a:pt x="484" y="175"/>
                  <a:pt x="484" y="190"/>
                </a:cubicBezTo>
                <a:cubicBezTo>
                  <a:pt x="484" y="205"/>
                  <a:pt x="472" y="217"/>
                  <a:pt x="457" y="217"/>
                </a:cubicBezTo>
                <a:cubicBezTo>
                  <a:pt x="443" y="217"/>
                  <a:pt x="431" y="205"/>
                  <a:pt x="431" y="190"/>
                </a:cubicBezTo>
                <a:cubicBezTo>
                  <a:pt x="431" y="175"/>
                  <a:pt x="443" y="163"/>
                  <a:pt x="457" y="163"/>
                </a:cubicBezTo>
                <a:moveTo>
                  <a:pt x="350" y="163"/>
                </a:moveTo>
                <a:cubicBezTo>
                  <a:pt x="365" y="163"/>
                  <a:pt x="377" y="175"/>
                  <a:pt x="377" y="190"/>
                </a:cubicBezTo>
                <a:cubicBezTo>
                  <a:pt x="377" y="205"/>
                  <a:pt x="365" y="217"/>
                  <a:pt x="350" y="217"/>
                </a:cubicBezTo>
                <a:cubicBezTo>
                  <a:pt x="335" y="217"/>
                  <a:pt x="323" y="205"/>
                  <a:pt x="323" y="190"/>
                </a:cubicBezTo>
                <a:cubicBezTo>
                  <a:pt x="323" y="175"/>
                  <a:pt x="335" y="163"/>
                  <a:pt x="350" y="163"/>
                </a:cubicBezTo>
                <a:moveTo>
                  <a:pt x="439" y="808"/>
                </a:moveTo>
                <a:cubicBezTo>
                  <a:pt x="313" y="799"/>
                  <a:pt x="217" y="691"/>
                  <a:pt x="217" y="565"/>
                </a:cubicBezTo>
                <a:lnTo>
                  <a:pt x="217" y="298"/>
                </a:lnTo>
                <a:cubicBezTo>
                  <a:pt x="217" y="283"/>
                  <a:pt x="229" y="271"/>
                  <a:pt x="243" y="271"/>
                </a:cubicBezTo>
                <a:lnTo>
                  <a:pt x="672" y="271"/>
                </a:lnTo>
                <a:cubicBezTo>
                  <a:pt x="687" y="271"/>
                  <a:pt x="699" y="283"/>
                  <a:pt x="699" y="298"/>
                </a:cubicBezTo>
                <a:lnTo>
                  <a:pt x="699" y="566"/>
                </a:lnTo>
                <a:cubicBezTo>
                  <a:pt x="699" y="705"/>
                  <a:pt x="581" y="819"/>
                  <a:pt x="439" y="808"/>
                </a:cubicBezTo>
                <a:moveTo>
                  <a:pt x="861" y="329"/>
                </a:moveTo>
                <a:cubicBezTo>
                  <a:pt x="862" y="336"/>
                  <a:pt x="862" y="343"/>
                  <a:pt x="862" y="351"/>
                </a:cubicBezTo>
                <a:lnTo>
                  <a:pt x="862" y="565"/>
                </a:lnTo>
                <a:cubicBezTo>
                  <a:pt x="862" y="592"/>
                  <a:pt x="859" y="618"/>
                  <a:pt x="855" y="643"/>
                </a:cubicBezTo>
                <a:cubicBezTo>
                  <a:pt x="890" y="635"/>
                  <a:pt x="916" y="603"/>
                  <a:pt x="916" y="565"/>
                </a:cubicBezTo>
                <a:lnTo>
                  <a:pt x="916" y="404"/>
                </a:lnTo>
                <a:cubicBezTo>
                  <a:pt x="916" y="369"/>
                  <a:pt x="893" y="339"/>
                  <a:pt x="861" y="329"/>
                </a:cubicBezTo>
                <a:moveTo>
                  <a:pt x="270" y="565"/>
                </a:moveTo>
                <a:cubicBezTo>
                  <a:pt x="270" y="660"/>
                  <a:pt x="341" y="742"/>
                  <a:pt x="435" y="754"/>
                </a:cubicBezTo>
                <a:cubicBezTo>
                  <a:pt x="549" y="767"/>
                  <a:pt x="645" y="677"/>
                  <a:pt x="645" y="566"/>
                </a:cubicBezTo>
                <a:lnTo>
                  <a:pt x="645" y="324"/>
                </a:lnTo>
                <a:lnTo>
                  <a:pt x="270" y="324"/>
                </a:lnTo>
                <a:lnTo>
                  <a:pt x="270" y="565"/>
                </a:lnTo>
                <a:moveTo>
                  <a:pt x="391" y="390"/>
                </a:moveTo>
                <a:cubicBezTo>
                  <a:pt x="420" y="390"/>
                  <a:pt x="442" y="404"/>
                  <a:pt x="457" y="421"/>
                </a:cubicBezTo>
                <a:cubicBezTo>
                  <a:pt x="473" y="404"/>
                  <a:pt x="495" y="390"/>
                  <a:pt x="524" y="390"/>
                </a:cubicBezTo>
                <a:cubicBezTo>
                  <a:pt x="576" y="390"/>
                  <a:pt x="617" y="434"/>
                  <a:pt x="617" y="489"/>
                </a:cubicBezTo>
                <a:cubicBezTo>
                  <a:pt x="617" y="553"/>
                  <a:pt x="559" y="597"/>
                  <a:pt x="510" y="638"/>
                </a:cubicBezTo>
                <a:cubicBezTo>
                  <a:pt x="499" y="647"/>
                  <a:pt x="487" y="657"/>
                  <a:pt x="475" y="668"/>
                </a:cubicBezTo>
                <a:cubicBezTo>
                  <a:pt x="470" y="672"/>
                  <a:pt x="464" y="674"/>
                  <a:pt x="457" y="674"/>
                </a:cubicBezTo>
                <a:cubicBezTo>
                  <a:pt x="451" y="674"/>
                  <a:pt x="445" y="672"/>
                  <a:pt x="440" y="668"/>
                </a:cubicBezTo>
                <a:cubicBezTo>
                  <a:pt x="428" y="657"/>
                  <a:pt x="416" y="648"/>
                  <a:pt x="405" y="639"/>
                </a:cubicBezTo>
                <a:cubicBezTo>
                  <a:pt x="343" y="586"/>
                  <a:pt x="298" y="547"/>
                  <a:pt x="298" y="489"/>
                </a:cubicBezTo>
                <a:cubicBezTo>
                  <a:pt x="298" y="434"/>
                  <a:pt x="339" y="390"/>
                  <a:pt x="391" y="390"/>
                </a:cubicBezTo>
                <a:moveTo>
                  <a:pt x="440" y="598"/>
                </a:moveTo>
                <a:cubicBezTo>
                  <a:pt x="446" y="602"/>
                  <a:pt x="451" y="607"/>
                  <a:pt x="457" y="612"/>
                </a:cubicBezTo>
                <a:cubicBezTo>
                  <a:pt x="463" y="607"/>
                  <a:pt x="469" y="602"/>
                  <a:pt x="475" y="597"/>
                </a:cubicBezTo>
                <a:cubicBezTo>
                  <a:pt x="505" y="572"/>
                  <a:pt x="564" y="528"/>
                  <a:pt x="564" y="489"/>
                </a:cubicBezTo>
                <a:cubicBezTo>
                  <a:pt x="564" y="467"/>
                  <a:pt x="550" y="444"/>
                  <a:pt x="524" y="444"/>
                </a:cubicBezTo>
                <a:cubicBezTo>
                  <a:pt x="495" y="444"/>
                  <a:pt x="484" y="480"/>
                  <a:pt x="483" y="482"/>
                </a:cubicBezTo>
                <a:cubicBezTo>
                  <a:pt x="480" y="493"/>
                  <a:pt x="470" y="500"/>
                  <a:pt x="457" y="501"/>
                </a:cubicBezTo>
                <a:cubicBezTo>
                  <a:pt x="445" y="501"/>
                  <a:pt x="435" y="493"/>
                  <a:pt x="431" y="482"/>
                </a:cubicBezTo>
                <a:cubicBezTo>
                  <a:pt x="431" y="480"/>
                  <a:pt x="420" y="444"/>
                  <a:pt x="391" y="444"/>
                </a:cubicBezTo>
                <a:cubicBezTo>
                  <a:pt x="365" y="444"/>
                  <a:pt x="351" y="467"/>
                  <a:pt x="351" y="489"/>
                </a:cubicBezTo>
                <a:cubicBezTo>
                  <a:pt x="351" y="521"/>
                  <a:pt x="380" y="547"/>
                  <a:pt x="440" y="598"/>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Times New Roman" panose="02020603050405020304" pitchFamily="18" charset="0"/>
              <a:cs typeface="Times New Roman" panose="02020603050405020304" pitchFamily="18" charset="0"/>
              <a:sym typeface="Arial"/>
            </a:endParaRPr>
          </a:p>
        </p:txBody>
      </p:sp>
      <p:sp>
        <p:nvSpPr>
          <p:cNvPr id="469" name="Google Shape;469;p47"/>
          <p:cNvSpPr/>
          <p:nvPr/>
        </p:nvSpPr>
        <p:spPr>
          <a:xfrm>
            <a:off x="505749" y="1812935"/>
            <a:ext cx="214251" cy="281972"/>
          </a:xfrm>
          <a:custGeom>
            <a:avLst/>
            <a:gdLst/>
            <a:ahLst/>
            <a:cxnLst/>
            <a:rect l="l" t="t" r="r" b="b"/>
            <a:pathLst>
              <a:path w="696" h="916" extrusionOk="0">
                <a:moveTo>
                  <a:pt x="348" y="217"/>
                </a:moveTo>
                <a:cubicBezTo>
                  <a:pt x="407" y="217"/>
                  <a:pt x="455" y="169"/>
                  <a:pt x="455" y="110"/>
                </a:cubicBezTo>
                <a:cubicBezTo>
                  <a:pt x="455" y="50"/>
                  <a:pt x="408" y="0"/>
                  <a:pt x="348" y="0"/>
                </a:cubicBezTo>
                <a:cubicBezTo>
                  <a:pt x="289" y="0"/>
                  <a:pt x="240" y="50"/>
                  <a:pt x="240" y="110"/>
                </a:cubicBezTo>
                <a:cubicBezTo>
                  <a:pt x="240" y="169"/>
                  <a:pt x="288" y="217"/>
                  <a:pt x="348" y="217"/>
                </a:cubicBezTo>
                <a:moveTo>
                  <a:pt x="348" y="83"/>
                </a:moveTo>
                <a:cubicBezTo>
                  <a:pt x="362" y="83"/>
                  <a:pt x="374" y="95"/>
                  <a:pt x="374" y="110"/>
                </a:cubicBezTo>
                <a:cubicBezTo>
                  <a:pt x="374" y="124"/>
                  <a:pt x="362" y="136"/>
                  <a:pt x="348" y="136"/>
                </a:cubicBezTo>
                <a:cubicBezTo>
                  <a:pt x="333" y="136"/>
                  <a:pt x="321" y="124"/>
                  <a:pt x="321" y="110"/>
                </a:cubicBezTo>
                <a:cubicBezTo>
                  <a:pt x="321" y="95"/>
                  <a:pt x="333" y="83"/>
                  <a:pt x="348" y="83"/>
                </a:cubicBezTo>
                <a:moveTo>
                  <a:pt x="348" y="916"/>
                </a:moveTo>
                <a:cubicBezTo>
                  <a:pt x="391" y="916"/>
                  <a:pt x="430" y="895"/>
                  <a:pt x="454" y="862"/>
                </a:cubicBezTo>
                <a:lnTo>
                  <a:pt x="241" y="862"/>
                </a:lnTo>
                <a:cubicBezTo>
                  <a:pt x="266" y="895"/>
                  <a:pt x="304" y="916"/>
                  <a:pt x="348" y="916"/>
                </a:cubicBezTo>
                <a:moveTo>
                  <a:pt x="643" y="545"/>
                </a:moveTo>
                <a:lnTo>
                  <a:pt x="643" y="372"/>
                </a:lnTo>
                <a:cubicBezTo>
                  <a:pt x="676" y="361"/>
                  <a:pt x="699" y="328"/>
                  <a:pt x="696" y="291"/>
                </a:cubicBezTo>
                <a:cubicBezTo>
                  <a:pt x="694" y="252"/>
                  <a:pt x="662" y="220"/>
                  <a:pt x="622" y="217"/>
                </a:cubicBezTo>
                <a:cubicBezTo>
                  <a:pt x="585" y="214"/>
                  <a:pt x="552" y="237"/>
                  <a:pt x="541" y="270"/>
                </a:cubicBezTo>
                <a:lnTo>
                  <a:pt x="478" y="270"/>
                </a:lnTo>
                <a:cubicBezTo>
                  <a:pt x="467" y="259"/>
                  <a:pt x="454" y="249"/>
                  <a:pt x="439" y="241"/>
                </a:cubicBezTo>
                <a:cubicBezTo>
                  <a:pt x="413" y="259"/>
                  <a:pt x="382" y="270"/>
                  <a:pt x="348" y="270"/>
                </a:cubicBezTo>
                <a:cubicBezTo>
                  <a:pt x="314" y="270"/>
                  <a:pt x="283" y="259"/>
                  <a:pt x="257" y="241"/>
                </a:cubicBezTo>
                <a:cubicBezTo>
                  <a:pt x="243" y="249"/>
                  <a:pt x="230" y="259"/>
                  <a:pt x="218" y="270"/>
                </a:cubicBezTo>
                <a:lnTo>
                  <a:pt x="155" y="270"/>
                </a:lnTo>
                <a:cubicBezTo>
                  <a:pt x="144" y="237"/>
                  <a:pt x="111" y="214"/>
                  <a:pt x="74" y="217"/>
                </a:cubicBezTo>
                <a:cubicBezTo>
                  <a:pt x="35" y="220"/>
                  <a:pt x="3" y="252"/>
                  <a:pt x="0" y="291"/>
                </a:cubicBezTo>
                <a:cubicBezTo>
                  <a:pt x="-3" y="328"/>
                  <a:pt x="20" y="361"/>
                  <a:pt x="53" y="372"/>
                </a:cubicBezTo>
                <a:lnTo>
                  <a:pt x="53" y="545"/>
                </a:lnTo>
                <a:cubicBezTo>
                  <a:pt x="42" y="549"/>
                  <a:pt x="32" y="555"/>
                  <a:pt x="23" y="564"/>
                </a:cubicBezTo>
                <a:cubicBezTo>
                  <a:pt x="-8" y="595"/>
                  <a:pt x="-8" y="646"/>
                  <a:pt x="23" y="677"/>
                </a:cubicBezTo>
                <a:cubicBezTo>
                  <a:pt x="34" y="688"/>
                  <a:pt x="51" y="687"/>
                  <a:pt x="61" y="677"/>
                </a:cubicBezTo>
                <a:cubicBezTo>
                  <a:pt x="71" y="666"/>
                  <a:pt x="71" y="650"/>
                  <a:pt x="61" y="640"/>
                </a:cubicBezTo>
                <a:cubicBezTo>
                  <a:pt x="51" y="629"/>
                  <a:pt x="51" y="612"/>
                  <a:pt x="61" y="602"/>
                </a:cubicBezTo>
                <a:cubicBezTo>
                  <a:pt x="71" y="591"/>
                  <a:pt x="89" y="591"/>
                  <a:pt x="99" y="602"/>
                </a:cubicBezTo>
                <a:cubicBezTo>
                  <a:pt x="110" y="612"/>
                  <a:pt x="110" y="629"/>
                  <a:pt x="99" y="640"/>
                </a:cubicBezTo>
                <a:cubicBezTo>
                  <a:pt x="89" y="650"/>
                  <a:pt x="89" y="666"/>
                  <a:pt x="99" y="677"/>
                </a:cubicBezTo>
                <a:cubicBezTo>
                  <a:pt x="110" y="687"/>
                  <a:pt x="126" y="688"/>
                  <a:pt x="137" y="677"/>
                </a:cubicBezTo>
                <a:cubicBezTo>
                  <a:pt x="168" y="646"/>
                  <a:pt x="168" y="595"/>
                  <a:pt x="137" y="564"/>
                </a:cubicBezTo>
                <a:cubicBezTo>
                  <a:pt x="128" y="555"/>
                  <a:pt x="118" y="549"/>
                  <a:pt x="107" y="545"/>
                </a:cubicBezTo>
                <a:lnTo>
                  <a:pt x="107" y="373"/>
                </a:lnTo>
                <a:cubicBezTo>
                  <a:pt x="129" y="365"/>
                  <a:pt x="147" y="347"/>
                  <a:pt x="155" y="324"/>
                </a:cubicBezTo>
                <a:lnTo>
                  <a:pt x="179" y="324"/>
                </a:lnTo>
                <a:cubicBezTo>
                  <a:pt x="167" y="348"/>
                  <a:pt x="160" y="376"/>
                  <a:pt x="160" y="405"/>
                </a:cubicBezTo>
                <a:lnTo>
                  <a:pt x="160" y="514"/>
                </a:lnTo>
                <a:cubicBezTo>
                  <a:pt x="160" y="529"/>
                  <a:pt x="172" y="541"/>
                  <a:pt x="187" y="541"/>
                </a:cubicBezTo>
                <a:lnTo>
                  <a:pt x="321" y="541"/>
                </a:lnTo>
                <a:lnTo>
                  <a:pt x="321" y="597"/>
                </a:lnTo>
                <a:cubicBezTo>
                  <a:pt x="230" y="610"/>
                  <a:pt x="160" y="688"/>
                  <a:pt x="160" y="782"/>
                </a:cubicBezTo>
                <a:cubicBezTo>
                  <a:pt x="160" y="797"/>
                  <a:pt x="172" y="809"/>
                  <a:pt x="187" y="809"/>
                </a:cubicBezTo>
                <a:lnTo>
                  <a:pt x="509" y="809"/>
                </a:lnTo>
                <a:cubicBezTo>
                  <a:pt x="524" y="809"/>
                  <a:pt x="536" y="797"/>
                  <a:pt x="536" y="782"/>
                </a:cubicBezTo>
                <a:cubicBezTo>
                  <a:pt x="536" y="688"/>
                  <a:pt x="466" y="610"/>
                  <a:pt x="375" y="597"/>
                </a:cubicBezTo>
                <a:lnTo>
                  <a:pt x="375" y="541"/>
                </a:lnTo>
                <a:lnTo>
                  <a:pt x="509" y="541"/>
                </a:lnTo>
                <a:cubicBezTo>
                  <a:pt x="523" y="541"/>
                  <a:pt x="535" y="529"/>
                  <a:pt x="535" y="514"/>
                </a:cubicBezTo>
                <a:lnTo>
                  <a:pt x="535" y="404"/>
                </a:lnTo>
                <a:cubicBezTo>
                  <a:pt x="535" y="375"/>
                  <a:pt x="528" y="348"/>
                  <a:pt x="517" y="324"/>
                </a:cubicBezTo>
                <a:lnTo>
                  <a:pt x="540" y="324"/>
                </a:lnTo>
                <a:cubicBezTo>
                  <a:pt x="548" y="347"/>
                  <a:pt x="566" y="364"/>
                  <a:pt x="589" y="373"/>
                </a:cubicBezTo>
                <a:lnTo>
                  <a:pt x="589" y="545"/>
                </a:lnTo>
                <a:cubicBezTo>
                  <a:pt x="578" y="549"/>
                  <a:pt x="568" y="555"/>
                  <a:pt x="559" y="564"/>
                </a:cubicBezTo>
                <a:cubicBezTo>
                  <a:pt x="528" y="595"/>
                  <a:pt x="528" y="646"/>
                  <a:pt x="559" y="677"/>
                </a:cubicBezTo>
                <a:cubicBezTo>
                  <a:pt x="570" y="688"/>
                  <a:pt x="587" y="687"/>
                  <a:pt x="597" y="677"/>
                </a:cubicBezTo>
                <a:cubicBezTo>
                  <a:pt x="607" y="666"/>
                  <a:pt x="607" y="650"/>
                  <a:pt x="597" y="640"/>
                </a:cubicBezTo>
                <a:cubicBezTo>
                  <a:pt x="587" y="629"/>
                  <a:pt x="587" y="612"/>
                  <a:pt x="597" y="602"/>
                </a:cubicBezTo>
                <a:cubicBezTo>
                  <a:pt x="607" y="591"/>
                  <a:pt x="625" y="591"/>
                  <a:pt x="635" y="602"/>
                </a:cubicBezTo>
                <a:cubicBezTo>
                  <a:pt x="646" y="612"/>
                  <a:pt x="646" y="629"/>
                  <a:pt x="635" y="640"/>
                </a:cubicBezTo>
                <a:cubicBezTo>
                  <a:pt x="625" y="650"/>
                  <a:pt x="625" y="666"/>
                  <a:pt x="635" y="677"/>
                </a:cubicBezTo>
                <a:cubicBezTo>
                  <a:pt x="646" y="687"/>
                  <a:pt x="662" y="688"/>
                  <a:pt x="673" y="677"/>
                </a:cubicBezTo>
                <a:cubicBezTo>
                  <a:pt x="704" y="646"/>
                  <a:pt x="704" y="595"/>
                  <a:pt x="673" y="564"/>
                </a:cubicBezTo>
                <a:cubicBezTo>
                  <a:pt x="664" y="555"/>
                  <a:pt x="654" y="549"/>
                  <a:pt x="643" y="545"/>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Times New Roman" panose="02020603050405020304" pitchFamily="18" charset="0"/>
              <a:cs typeface="Times New Roman" panose="02020603050405020304" pitchFamily="18" charset="0"/>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63"/>
                                        </p:tgtEl>
                                        <p:attrNameLst>
                                          <p:attrName>style.visibility</p:attrName>
                                        </p:attrNameLst>
                                      </p:cBhvr>
                                      <p:to>
                                        <p:strVal val="visible"/>
                                      </p:to>
                                    </p:set>
                                    <p:animEffect transition="in" filter="fade">
                                      <p:cBhvr>
                                        <p:cTn id="7" dur="1000"/>
                                        <p:tgtEl>
                                          <p:spTgt spid="463"/>
                                        </p:tgtEl>
                                      </p:cBhvr>
                                    </p:animEffect>
                                    <p:anim calcmode="lin" valueType="num">
                                      <p:cBhvr>
                                        <p:cTn id="8" dur="1000" fill="hold"/>
                                        <p:tgtEl>
                                          <p:spTgt spid="463"/>
                                        </p:tgtEl>
                                        <p:attrNameLst>
                                          <p:attrName>ppt_x</p:attrName>
                                        </p:attrNameLst>
                                      </p:cBhvr>
                                      <p:tavLst>
                                        <p:tav tm="0">
                                          <p:val>
                                            <p:strVal val="#ppt_x"/>
                                          </p:val>
                                        </p:tav>
                                        <p:tav tm="100000">
                                          <p:val>
                                            <p:strVal val="#ppt_x"/>
                                          </p:val>
                                        </p:tav>
                                      </p:tavLst>
                                    </p:anim>
                                    <p:anim calcmode="lin" valueType="num">
                                      <p:cBhvr>
                                        <p:cTn id="9" dur="1000" fill="hold"/>
                                        <p:tgtEl>
                                          <p:spTgt spid="46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69"/>
                                        </p:tgtEl>
                                        <p:attrNameLst>
                                          <p:attrName>style.visibility</p:attrName>
                                        </p:attrNameLst>
                                      </p:cBhvr>
                                      <p:to>
                                        <p:strVal val="visible"/>
                                      </p:to>
                                    </p:set>
                                    <p:anim calcmode="lin" valueType="num">
                                      <p:cBhvr additive="base">
                                        <p:cTn id="14" dur="500" fill="hold"/>
                                        <p:tgtEl>
                                          <p:spTgt spid="469"/>
                                        </p:tgtEl>
                                        <p:attrNameLst>
                                          <p:attrName>ppt_x</p:attrName>
                                        </p:attrNameLst>
                                      </p:cBhvr>
                                      <p:tavLst>
                                        <p:tav tm="0">
                                          <p:val>
                                            <p:strVal val="#ppt_x"/>
                                          </p:val>
                                        </p:tav>
                                        <p:tav tm="100000">
                                          <p:val>
                                            <p:strVal val="#ppt_x"/>
                                          </p:val>
                                        </p:tav>
                                      </p:tavLst>
                                    </p:anim>
                                    <p:anim calcmode="lin" valueType="num">
                                      <p:cBhvr additive="base">
                                        <p:cTn id="15" dur="500" fill="hold"/>
                                        <p:tgtEl>
                                          <p:spTgt spid="46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66">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65">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468"/>
                                        </p:tgtEl>
                                        <p:attrNameLst>
                                          <p:attrName>style.visibility</p:attrName>
                                        </p:attrNameLst>
                                      </p:cBhvr>
                                      <p:to>
                                        <p:strVal val="visible"/>
                                      </p:to>
                                    </p:set>
                                    <p:anim calcmode="lin" valueType="num">
                                      <p:cBhvr additive="base">
                                        <p:cTn id="28" dur="500" fill="hold"/>
                                        <p:tgtEl>
                                          <p:spTgt spid="468"/>
                                        </p:tgtEl>
                                        <p:attrNameLst>
                                          <p:attrName>ppt_x</p:attrName>
                                        </p:attrNameLst>
                                      </p:cBhvr>
                                      <p:tavLst>
                                        <p:tav tm="0">
                                          <p:val>
                                            <p:strVal val="#ppt_x"/>
                                          </p:val>
                                        </p:tav>
                                        <p:tav tm="100000">
                                          <p:val>
                                            <p:strVal val="#ppt_x"/>
                                          </p:val>
                                        </p:tav>
                                      </p:tavLst>
                                    </p:anim>
                                    <p:anim calcmode="lin" valueType="num">
                                      <p:cBhvr additive="base">
                                        <p:cTn id="29" dur="500" fill="hold"/>
                                        <p:tgtEl>
                                          <p:spTgt spid="46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67">
                                            <p:txEl>
                                              <p:pRg st="0" end="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6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 grpId="0"/>
      <p:bldP spid="464" grpId="0" build="p"/>
      <p:bldP spid="465" grpId="0" build="p"/>
      <p:bldP spid="466" grpId="0" build="p"/>
      <p:bldP spid="467" grpId="0" build="p"/>
      <p:bldP spid="468" grpId="0" animBg="1"/>
      <p:bldP spid="46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7" name="Google Shape;797;p66"/>
          <p:cNvSpPr txBox="1">
            <a:spLocks noGrp="1"/>
          </p:cNvSpPr>
          <p:nvPr>
            <p:ph type="subTitle" idx="1"/>
          </p:nvPr>
        </p:nvSpPr>
        <p:spPr>
          <a:xfrm>
            <a:off x="570162" y="387712"/>
            <a:ext cx="2203870" cy="2530167"/>
          </a:xfrm>
          <a:prstGeom prst="rect">
            <a:avLst/>
          </a:prstGeom>
        </p:spPr>
        <p:txBody>
          <a:bodyPr spcFirstLastPara="1" wrap="square" lIns="91425" tIns="91425" rIns="91425" bIns="91425" anchor="t" anchorCtr="0">
            <a:noAutofit/>
          </a:bodyPr>
          <a:lstStyle/>
          <a:p>
            <a:pPr marL="0" lvl="0" indent="0"/>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Process optimization: </a:t>
            </a:r>
          </a:p>
          <a:p>
            <a:pPr marL="0" lvl="0" indent="0"/>
            <a:endParaRPr 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lvl="0" indent="0"/>
            <a:r>
              <a:rPr lang="en-US" sz="1500" b="1" dirty="0">
                <a:solidFill>
                  <a:schemeClr val="accent1">
                    <a:lumMod val="75000"/>
                  </a:schemeClr>
                </a:solidFill>
                <a:latin typeface="Times New Roman" panose="02020603050405020304" pitchFamily="18" charset="0"/>
                <a:cs typeface="Times New Roman" panose="02020603050405020304" pitchFamily="18" charset="0"/>
              </a:rPr>
              <a:t>Improves the efficiency of robotic tasks by optimizing robot movements and scheduling</a:t>
            </a:r>
            <a:endParaRPr sz="15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98" name="Google Shape;798;p66"/>
          <p:cNvSpPr txBox="1">
            <a:spLocks noGrp="1"/>
          </p:cNvSpPr>
          <p:nvPr>
            <p:ph type="subTitle" idx="2"/>
          </p:nvPr>
        </p:nvSpPr>
        <p:spPr>
          <a:xfrm>
            <a:off x="3439591" y="387712"/>
            <a:ext cx="2104800" cy="2158126"/>
          </a:xfrm>
          <a:prstGeom prst="rect">
            <a:avLst/>
          </a:prstGeom>
        </p:spPr>
        <p:txBody>
          <a:bodyPr spcFirstLastPara="1" wrap="square" lIns="91425" tIns="91425" rIns="91425" bIns="91425" anchor="t" anchorCtr="0">
            <a:noAutofit/>
          </a:bodyPr>
          <a:lstStyle/>
          <a:p>
            <a:pPr marL="0" lvl="0" indent="0"/>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Quality control:</a:t>
            </a:r>
          </a:p>
          <a:p>
            <a:pPr marL="0" lvl="0" indent="0"/>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lvl="0" indent="0"/>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lvl="0" indent="0"/>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600" b="1" dirty="0">
                <a:solidFill>
                  <a:schemeClr val="accent1">
                    <a:lumMod val="75000"/>
                  </a:schemeClr>
                </a:solidFill>
                <a:latin typeface="Times New Roman" panose="02020603050405020304" pitchFamily="18" charset="0"/>
                <a:cs typeface="Times New Roman" panose="02020603050405020304" pitchFamily="18" charset="0"/>
              </a:rPr>
              <a:t>Ensures that products meet quality standards</a:t>
            </a:r>
            <a:endParaRPr sz="16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99" name="Google Shape;799;p66"/>
          <p:cNvSpPr txBox="1">
            <a:spLocks noGrp="1"/>
          </p:cNvSpPr>
          <p:nvPr>
            <p:ph type="subTitle" idx="3"/>
          </p:nvPr>
        </p:nvSpPr>
        <p:spPr>
          <a:xfrm>
            <a:off x="5619487" y="558265"/>
            <a:ext cx="2806375" cy="4197523"/>
          </a:xfrm>
          <a:prstGeom prst="rect">
            <a:avLst/>
          </a:prstGeom>
        </p:spPr>
        <p:txBody>
          <a:bodyPr spcFirstLastPara="1" wrap="square" lIns="91425" tIns="91425" rIns="91425" bIns="91425" anchor="t" anchorCtr="0">
            <a:noAutofit/>
          </a:bodyPr>
          <a:lstStyle/>
          <a:p>
            <a:pPr marL="0" lvl="0" indent="0"/>
            <a:r>
              <a:rPr lang="en-US"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There are many benefits to using AI-powered industrial robotics. AI can help to increase productivity by automating tasks and improving the efficiency of robotic operations. AI can also help to improve quality control by ensuring that products meet strict standards. In addition, AI can help to reduce costs by reducing waste and downtime. Finally, AI can help to enhance safety by reducing the need for human workers to perform dangerous tasks</a:t>
            </a:r>
            <a:endParaRPr b="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242" y="2762451"/>
            <a:ext cx="2203869" cy="20938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2851" y="2403919"/>
            <a:ext cx="2004932" cy="24932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97">
                                            <p:txEl>
                                              <p:pRg st="0" end="0"/>
                                            </p:txEl>
                                          </p:spTgt>
                                        </p:tgtEl>
                                        <p:attrNameLst>
                                          <p:attrName>style.visibility</p:attrName>
                                        </p:attrNameLst>
                                      </p:cBhvr>
                                      <p:to>
                                        <p:strVal val="visible"/>
                                      </p:to>
                                    </p:set>
                                    <p:animEffect transition="in" filter="fade">
                                      <p:cBhvr>
                                        <p:cTn id="7" dur="1000"/>
                                        <p:tgtEl>
                                          <p:spTgt spid="797">
                                            <p:txEl>
                                              <p:pRg st="0" end="0"/>
                                            </p:txEl>
                                          </p:spTgt>
                                        </p:tgtEl>
                                      </p:cBhvr>
                                    </p:animEffect>
                                    <p:anim calcmode="lin" valueType="num">
                                      <p:cBhvr>
                                        <p:cTn id="8" dur="1000" fill="hold"/>
                                        <p:tgtEl>
                                          <p:spTgt spid="79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9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97">
                                            <p:txEl>
                                              <p:pRg st="2" end="2"/>
                                            </p:txEl>
                                          </p:spTgt>
                                        </p:tgtEl>
                                        <p:attrNameLst>
                                          <p:attrName>style.visibility</p:attrName>
                                        </p:attrNameLst>
                                      </p:cBhvr>
                                      <p:to>
                                        <p:strVal val="visible"/>
                                      </p:to>
                                    </p:set>
                                    <p:animEffect transition="in" filter="fade">
                                      <p:cBhvr>
                                        <p:cTn id="14" dur="1000"/>
                                        <p:tgtEl>
                                          <p:spTgt spid="797">
                                            <p:txEl>
                                              <p:pRg st="2" end="2"/>
                                            </p:txEl>
                                          </p:spTgt>
                                        </p:tgtEl>
                                      </p:cBhvr>
                                    </p:animEffect>
                                    <p:anim calcmode="lin" valueType="num">
                                      <p:cBhvr>
                                        <p:cTn id="15" dur="1000" fill="hold"/>
                                        <p:tgtEl>
                                          <p:spTgt spid="79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9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798">
                                            <p:txEl>
                                              <p:pRg st="0" end="0"/>
                                            </p:txEl>
                                          </p:spTgt>
                                        </p:tgtEl>
                                        <p:attrNameLst>
                                          <p:attrName>style.visibility</p:attrName>
                                        </p:attrNameLst>
                                      </p:cBhvr>
                                      <p:to>
                                        <p:strVal val="visible"/>
                                      </p:to>
                                    </p:set>
                                    <p:animEffect transition="in" filter="fade">
                                      <p:cBhvr>
                                        <p:cTn id="27" dur="1000"/>
                                        <p:tgtEl>
                                          <p:spTgt spid="798">
                                            <p:txEl>
                                              <p:pRg st="0" end="0"/>
                                            </p:txEl>
                                          </p:spTgt>
                                        </p:tgtEl>
                                      </p:cBhvr>
                                    </p:animEffect>
                                    <p:anim calcmode="lin" valueType="num">
                                      <p:cBhvr>
                                        <p:cTn id="28" dur="1000" fill="hold"/>
                                        <p:tgtEl>
                                          <p:spTgt spid="798">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79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798">
                                            <p:txEl>
                                              <p:pRg st="3" end="3"/>
                                            </p:txEl>
                                          </p:spTgt>
                                        </p:tgtEl>
                                        <p:attrNameLst>
                                          <p:attrName>style.visibility</p:attrName>
                                        </p:attrNameLst>
                                      </p:cBhvr>
                                      <p:to>
                                        <p:strVal val="visible"/>
                                      </p:to>
                                    </p:set>
                                    <p:animEffect transition="in" filter="fade">
                                      <p:cBhvr>
                                        <p:cTn id="34" dur="1000"/>
                                        <p:tgtEl>
                                          <p:spTgt spid="798">
                                            <p:txEl>
                                              <p:pRg st="3" end="3"/>
                                            </p:txEl>
                                          </p:spTgt>
                                        </p:tgtEl>
                                      </p:cBhvr>
                                    </p:animEffect>
                                    <p:anim calcmode="lin" valueType="num">
                                      <p:cBhvr>
                                        <p:cTn id="35" dur="1000" fill="hold"/>
                                        <p:tgtEl>
                                          <p:spTgt spid="798">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79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ppt_x"/>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799">
                                            <p:txEl>
                                              <p:pRg st="0" end="0"/>
                                            </p:txEl>
                                          </p:spTgt>
                                        </p:tgtEl>
                                        <p:attrNameLst>
                                          <p:attrName>style.visibility</p:attrName>
                                        </p:attrNameLst>
                                      </p:cBhvr>
                                      <p:to>
                                        <p:strVal val="visible"/>
                                      </p:to>
                                    </p:set>
                                    <p:animEffect transition="in" filter="randombar(horizontal)">
                                      <p:cBhvr>
                                        <p:cTn id="47" dur="500"/>
                                        <p:tgtEl>
                                          <p:spTgt spid="7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 grpId="0" build="p"/>
      <p:bldP spid="798" grpId="0" build="p"/>
      <p:bldP spid="79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grpSp>
        <p:nvGrpSpPr>
          <p:cNvPr id="626" name="Google Shape;626;p58"/>
          <p:cNvGrpSpPr/>
          <p:nvPr/>
        </p:nvGrpSpPr>
        <p:grpSpPr>
          <a:xfrm>
            <a:off x="7661200" y="3858675"/>
            <a:ext cx="2187725" cy="2316900"/>
            <a:chOff x="7739825" y="3914825"/>
            <a:chExt cx="2187725" cy="2316900"/>
          </a:xfrm>
        </p:grpSpPr>
        <p:cxnSp>
          <p:nvCxnSpPr>
            <p:cNvPr id="627" name="Google Shape;627;p58"/>
            <p:cNvCxnSpPr/>
            <p:nvPr/>
          </p:nvCxnSpPr>
          <p:spPr>
            <a:xfrm>
              <a:off x="7739825" y="3914825"/>
              <a:ext cx="1710300" cy="1710300"/>
            </a:xfrm>
            <a:prstGeom prst="straightConnector1">
              <a:avLst/>
            </a:prstGeom>
            <a:noFill/>
            <a:ln w="9525" cap="flat" cmpd="sng">
              <a:solidFill>
                <a:schemeClr val="accent1"/>
              </a:solidFill>
              <a:prstDash val="solid"/>
              <a:round/>
              <a:headEnd type="oval" w="med" len="med"/>
              <a:tailEnd type="none" w="med" len="med"/>
            </a:ln>
          </p:spPr>
        </p:cxnSp>
        <p:cxnSp>
          <p:nvCxnSpPr>
            <p:cNvPr id="628" name="Google Shape;628;p58"/>
            <p:cNvCxnSpPr/>
            <p:nvPr/>
          </p:nvCxnSpPr>
          <p:spPr>
            <a:xfrm>
              <a:off x="8104900" y="4083325"/>
              <a:ext cx="1710300" cy="1710300"/>
            </a:xfrm>
            <a:prstGeom prst="straightConnector1">
              <a:avLst/>
            </a:prstGeom>
            <a:noFill/>
            <a:ln w="9525" cap="flat" cmpd="sng">
              <a:solidFill>
                <a:schemeClr val="dk2"/>
              </a:solidFill>
              <a:prstDash val="solid"/>
              <a:round/>
              <a:headEnd type="oval" w="med" len="med"/>
              <a:tailEnd type="none" w="med" len="med"/>
            </a:ln>
          </p:spPr>
        </p:cxnSp>
        <p:cxnSp>
          <p:nvCxnSpPr>
            <p:cNvPr id="629" name="Google Shape;629;p58"/>
            <p:cNvCxnSpPr/>
            <p:nvPr/>
          </p:nvCxnSpPr>
          <p:spPr>
            <a:xfrm>
              <a:off x="8217250" y="4521425"/>
              <a:ext cx="1710300" cy="1710300"/>
            </a:xfrm>
            <a:prstGeom prst="straightConnector1">
              <a:avLst/>
            </a:prstGeom>
            <a:noFill/>
            <a:ln w="9525" cap="flat" cmpd="sng">
              <a:solidFill>
                <a:schemeClr val="dk2"/>
              </a:solidFill>
              <a:prstDash val="solid"/>
              <a:round/>
              <a:headEnd type="oval" w="med" len="med"/>
              <a:tailEnd type="none" w="med" len="med"/>
            </a:ln>
          </p:spPr>
        </p:cxnSp>
      </p:grpSp>
      <p:sp>
        <p:nvSpPr>
          <p:cNvPr id="15" name="Google Shape;625;p58"/>
          <p:cNvSpPr>
            <a:spLocks noGrp="1"/>
          </p:cNvSpPr>
          <p:nvPr>
            <p:ph type="subTitle" idx="1"/>
          </p:nvPr>
        </p:nvSpPr>
        <p:spPr>
          <a:xfrm>
            <a:off x="468313" y="609315"/>
            <a:ext cx="7791450" cy="4046538"/>
          </a:xfrm>
          <a:custGeom>
            <a:avLst/>
            <a:gdLst/>
            <a:ahLst/>
            <a:cxnLst/>
            <a:rect l="l" t="t" r="r" b="b"/>
            <a:pathLst>
              <a:path w="150078" h="23141" extrusionOk="0">
                <a:moveTo>
                  <a:pt x="0" y="23141"/>
                </a:moveTo>
                <a:lnTo>
                  <a:pt x="9211" y="13930"/>
                </a:lnTo>
                <a:lnTo>
                  <a:pt x="127611" y="13930"/>
                </a:lnTo>
                <a:lnTo>
                  <a:pt x="132611" y="5270"/>
                </a:lnTo>
                <a:lnTo>
                  <a:pt x="150078" y="5270"/>
                </a:lnTo>
                <a:lnTo>
                  <a:pt x="150078" y="0"/>
                </a:lnTo>
              </a:path>
            </a:pathLst>
          </a:custGeom>
          <a:noFill/>
          <a:ln w="9525" cap="flat" cmpd="sng">
            <a:solidFill>
              <a:schemeClr val="lt2"/>
            </a:solidFill>
            <a:prstDash val="solid"/>
            <a:round/>
            <a:headEnd type="none" w="med" len="med"/>
            <a:tailEnd type="oval" w="med" len="med"/>
          </a:ln>
        </p:spPr>
        <p:txBody>
          <a:bodyPr/>
          <a:lstStyle/>
          <a:p>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Integrating AI with industrial robotics presents exciting possibilities, but </a:t>
            </a:r>
            <a:r>
              <a:rPr lang="en-US" sz="1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aslo</a:t>
            </a:r>
            <a:r>
              <a:rPr lang="en-US" sz="1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some challenges. Like;</a:t>
            </a:r>
          </a:p>
          <a:p>
            <a:r>
              <a:rPr lang="en-US" sz="1600" b="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Cost:</a:t>
            </a:r>
            <a:r>
              <a:rPr lang="en-US" sz="1600" b="1" dirty="0">
                <a:solidFill>
                  <a:srgbClr val="00B050"/>
                </a:solidFill>
                <a:latin typeface="Times New Roman" panose="02020603050405020304" pitchFamily="18" charset="0"/>
                <a:cs typeface="Times New Roman" panose="02020603050405020304" pitchFamily="18" charset="0"/>
              </a:rPr>
              <a:t> </a:t>
            </a:r>
          </a:p>
          <a:p>
            <a:r>
              <a:rPr lang="en-US" sz="1600" b="1" dirty="0">
                <a:solidFill>
                  <a:srgbClr val="002060"/>
                </a:solidFill>
                <a:latin typeface="Times New Roman" panose="02020603050405020304" pitchFamily="18" charset="0"/>
                <a:cs typeface="Times New Roman" panose="02020603050405020304" pitchFamily="18" charset="0"/>
              </a:rPr>
              <a:t>The initial investment in AI-powered robots and the ongoing costs of training and maintaining them can be significant. </a:t>
            </a:r>
          </a:p>
          <a:p>
            <a:r>
              <a:rPr lang="en-US" sz="1600" b="1" dirty="0">
                <a:latin typeface="Times New Roman" panose="02020603050405020304" pitchFamily="18" charset="0"/>
                <a:cs typeface="Times New Roman" panose="02020603050405020304" pitchFamily="18" charset="0"/>
              </a:rPr>
              <a:t> </a:t>
            </a:r>
            <a:r>
              <a:rPr lang="en-US" sz="1600" b="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Complexity:</a:t>
            </a:r>
            <a:r>
              <a:rPr lang="en-US" sz="1600" b="1" i="1" dirty="0">
                <a:solidFill>
                  <a:srgbClr val="00B050"/>
                </a:solidFill>
                <a:latin typeface="Times New Roman" panose="02020603050405020304" pitchFamily="18" charset="0"/>
                <a:cs typeface="Times New Roman" panose="02020603050405020304" pitchFamily="18" charset="0"/>
              </a:rPr>
              <a:t> </a:t>
            </a:r>
          </a:p>
          <a:p>
            <a:r>
              <a:rPr lang="en-US" sz="1600" b="1" dirty="0">
                <a:solidFill>
                  <a:srgbClr val="002060"/>
                </a:solidFill>
                <a:latin typeface="Times New Roman" panose="02020603050405020304" pitchFamily="18" charset="0"/>
                <a:cs typeface="Times New Roman" panose="02020603050405020304" pitchFamily="18" charset="0"/>
              </a:rPr>
              <a:t>Developing and implementing AI systems for robots requires expertise in both robotics and AI, which can be difficult to find. </a:t>
            </a:r>
          </a:p>
          <a:p>
            <a:r>
              <a:rPr lang="en-US" sz="1600" b="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Safety:</a:t>
            </a:r>
          </a:p>
          <a:p>
            <a:r>
              <a:rPr lang="en-US" sz="1600" b="1" dirty="0">
                <a:solidFill>
                  <a:srgbClr val="002060"/>
                </a:solidFill>
                <a:latin typeface="Times New Roman" panose="02020603050405020304" pitchFamily="18" charset="0"/>
                <a:cs typeface="Times New Roman" panose="02020603050405020304" pitchFamily="18" charset="0"/>
              </a:rPr>
              <a:t> Ensuring that AI-powered robots operate safely in dynamic industrial environments is a major concern. </a:t>
            </a:r>
          </a:p>
          <a:p>
            <a:r>
              <a:rPr lang="en-US" sz="1600" b="1" dirty="0">
                <a:latin typeface="Times New Roman" panose="02020603050405020304" pitchFamily="18" charset="0"/>
                <a:cs typeface="Times New Roman" panose="02020603050405020304" pitchFamily="18" charset="0"/>
              </a:rPr>
              <a:t> </a:t>
            </a:r>
            <a:r>
              <a:rPr lang="en-US" sz="1600" b="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dependency:</a:t>
            </a:r>
          </a:p>
          <a:p>
            <a:r>
              <a:rPr lang="en-US" sz="1600" b="1" dirty="0">
                <a:latin typeface="Times New Roman" panose="02020603050405020304" pitchFamily="18" charset="0"/>
                <a:cs typeface="Times New Roman" panose="02020603050405020304" pitchFamily="18" charset="0"/>
              </a:rPr>
              <a:t> </a:t>
            </a:r>
            <a:r>
              <a:rPr lang="en-US" sz="1600" b="1" dirty="0">
                <a:solidFill>
                  <a:srgbClr val="002060"/>
                </a:solidFill>
                <a:latin typeface="Times New Roman" panose="02020603050405020304" pitchFamily="18" charset="0"/>
                <a:cs typeface="Times New Roman" panose="02020603050405020304" pitchFamily="18" charset="0"/>
              </a:rPr>
              <a:t>AI algorithms rely on large amounts of data to train and function effectively. Collecting and labeling this data can be time-consuming and expensive.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60" name="Google Shape;560;p54"/>
          <p:cNvSpPr txBox="1">
            <a:spLocks noGrp="1"/>
          </p:cNvSpPr>
          <p:nvPr>
            <p:ph type="title"/>
          </p:nvPr>
        </p:nvSpPr>
        <p:spPr>
          <a:xfrm>
            <a:off x="1274400" y="1070535"/>
            <a:ext cx="6595200" cy="3603812"/>
          </a:xfrm>
          <a:prstGeom prst="rect">
            <a:avLst/>
          </a:prstGeom>
        </p:spPr>
        <p:txBody>
          <a:bodyPr spcFirstLastPara="1" wrap="square" lIns="91425" tIns="91425" rIns="91425" bIns="91425" anchor="b" anchorCtr="0">
            <a:noAutofit/>
          </a:bodyPr>
          <a:lstStyle/>
          <a:p>
            <a:pPr lvl="0"/>
            <a:r>
              <a:rPr lang="en-GB" altLang="zh-CN" sz="1800"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There are also some challenges associated with AI-powered industrial robotics. One challenge is the high cost of implementation. Installing and integrating AI systems into existing robotics infrastructure can be expensive. Another challenge is job displacement. As AI-powered robots, including those with embodied intelligence and large language models (LLMs), become more sophisticated, some jobs that are currently performed by humans may be automated. This could lead to unemployment and social unrest. Finally, there are some safety concerns associated with AI-powered robots. As they can be very powerful and complex machines, there is a risk that they could malfunction or be hacked, which could lead to injuries or even death.</a:t>
            </a:r>
            <a:endParaRPr sz="1800" dirty="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6" name="Google Shape;646;p60"/>
          <p:cNvSpPr txBox="1">
            <a:spLocks noGrp="1"/>
          </p:cNvSpPr>
          <p:nvPr>
            <p:ph type="subTitle" idx="1"/>
          </p:nvPr>
        </p:nvSpPr>
        <p:spPr>
          <a:xfrm>
            <a:off x="726141" y="645458"/>
            <a:ext cx="4043082" cy="4401671"/>
          </a:xfrm>
          <a:prstGeom prst="rect">
            <a:avLst/>
          </a:prstGeom>
        </p:spPr>
        <p:txBody>
          <a:bodyPr spcFirstLastPara="1" wrap="square" lIns="91425" tIns="91425" rIns="91425" bIns="91425" anchor="t" anchorCtr="0">
            <a:noAutofit/>
          </a:bodyPr>
          <a:lstStyle/>
          <a:p>
            <a:pPr marL="0" lvl="0" indent="0"/>
            <a:r>
              <a:rPr lang="en-US" b="1" dirty="0">
                <a:solidFill>
                  <a:srgbClr val="FF0000"/>
                </a:solidFill>
                <a:latin typeface="Times New Roman" panose="02020603050405020304" pitchFamily="18" charset="0"/>
                <a:cs typeface="Times New Roman" panose="02020603050405020304" pitchFamily="18" charset="0"/>
              </a:rPr>
              <a:t>Integrating AI into industrial robotics has the potential to significantly shape our future in several transformative ways:</a:t>
            </a:r>
          </a:p>
          <a:p>
            <a:pPr marL="0" lvl="0" indent="0"/>
            <a:r>
              <a:rPr lang="en-US" b="1" dirty="0">
                <a:solidFill>
                  <a:srgbClr val="FF0000"/>
                </a:solidFill>
                <a:latin typeface="Times New Roman" panose="02020603050405020304" pitchFamily="18" charset="0"/>
                <a:cs typeface="Times New Roman" panose="02020603050405020304" pitchFamily="18" charset="0"/>
              </a:rPr>
              <a:t>	1.</a:t>
            </a:r>
            <a:r>
              <a:rPr lang="en-US" b="1" dirty="0">
                <a:solidFill>
                  <a:srgbClr val="00B0F0"/>
                </a:solidFill>
                <a:latin typeface="Times New Roman" panose="02020603050405020304" pitchFamily="18" charset="0"/>
                <a:cs typeface="Times New Roman" panose="02020603050405020304" pitchFamily="18" charset="0"/>
              </a:rPr>
              <a:t>Economic Growth and 	        	    Competitiveness</a:t>
            </a:r>
          </a:p>
          <a:p>
            <a:pPr marL="0" lvl="0" indent="0"/>
            <a:r>
              <a:rPr lang="en-US" b="1" dirty="0">
                <a:solidFill>
                  <a:srgbClr val="00B0F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2.</a:t>
            </a:r>
            <a:r>
              <a:rPr lang="en-US" b="1" dirty="0">
                <a:solidFill>
                  <a:srgbClr val="00B0F0"/>
                </a:solidFill>
                <a:latin typeface="Times New Roman" panose="02020603050405020304" pitchFamily="18" charset="0"/>
                <a:cs typeface="Times New Roman" panose="02020603050405020304" pitchFamily="18" charset="0"/>
              </a:rPr>
              <a:t>Job Evolution</a:t>
            </a:r>
          </a:p>
          <a:p>
            <a:pPr marL="0" lvl="0" indent="0"/>
            <a:r>
              <a:rPr lang="en-US" b="1" dirty="0">
                <a:solidFill>
                  <a:srgbClr val="00B0F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3.</a:t>
            </a:r>
            <a:r>
              <a:rPr lang="en-US" b="1" dirty="0">
                <a:solidFill>
                  <a:srgbClr val="00B0F0"/>
                </a:solidFill>
                <a:latin typeface="Times New Roman" panose="02020603050405020304" pitchFamily="18" charset="0"/>
                <a:cs typeface="Times New Roman" panose="02020603050405020304" pitchFamily="18" charset="0"/>
              </a:rPr>
              <a:t>Improved Quality of Life</a:t>
            </a:r>
          </a:p>
          <a:p>
            <a:pPr marL="0" lvl="0" indent="0"/>
            <a:r>
              <a:rPr lang="en-US" b="1" dirty="0">
                <a:solidFill>
                  <a:srgbClr val="00B0F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4.</a:t>
            </a:r>
            <a:r>
              <a:rPr lang="en-US" b="1" dirty="0">
                <a:solidFill>
                  <a:srgbClr val="00B0F0"/>
                </a:solidFill>
                <a:latin typeface="Times New Roman" panose="02020603050405020304" pitchFamily="18" charset="0"/>
                <a:cs typeface="Times New Roman" panose="02020603050405020304" pitchFamily="18" charset="0"/>
              </a:rPr>
              <a:t>Sustainable Practices</a:t>
            </a:r>
          </a:p>
          <a:p>
            <a:pPr marL="0" lvl="0" indent="0"/>
            <a:r>
              <a:rPr lang="en-US" b="1" dirty="0">
                <a:solidFill>
                  <a:srgbClr val="00B0F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5.</a:t>
            </a:r>
            <a:r>
              <a:rPr lang="en-US" b="1" dirty="0">
                <a:solidFill>
                  <a:srgbClr val="00B0F0"/>
                </a:solidFill>
                <a:latin typeface="Times New Roman" panose="02020603050405020304" pitchFamily="18" charset="0"/>
                <a:cs typeface="Times New Roman" panose="02020603050405020304" pitchFamily="18" charset="0"/>
              </a:rPr>
              <a:t>Enhanced Innovation</a:t>
            </a:r>
          </a:p>
          <a:p>
            <a:pPr marL="0" lvl="0" indent="0"/>
            <a:r>
              <a:rPr lang="en-US" b="1" dirty="0">
                <a:solidFill>
                  <a:srgbClr val="00B0F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6.</a:t>
            </a:r>
            <a:r>
              <a:rPr lang="en-US" b="1" dirty="0">
                <a:solidFill>
                  <a:srgbClr val="00B0F0"/>
                </a:solidFill>
                <a:latin typeface="Times New Roman" panose="02020603050405020304" pitchFamily="18" charset="0"/>
                <a:cs typeface="Times New Roman" panose="02020603050405020304" pitchFamily="18" charset="0"/>
              </a:rPr>
              <a:t>Global Supply Chain 	Optimization</a:t>
            </a:r>
          </a:p>
          <a:p>
            <a:pPr marL="0" lvl="0" indent="0"/>
            <a:r>
              <a:rPr lang="en-US" b="1" dirty="0">
                <a:solidFill>
                  <a:srgbClr val="00B0F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7.</a:t>
            </a:r>
            <a:r>
              <a:rPr lang="en-US" b="1" dirty="0">
                <a:solidFill>
                  <a:srgbClr val="00B0F0"/>
                </a:solidFill>
                <a:latin typeface="Times New Roman" panose="02020603050405020304" pitchFamily="18" charset="0"/>
                <a:cs typeface="Times New Roman" panose="02020603050405020304" pitchFamily="18" charset="0"/>
              </a:rPr>
              <a:t>Customized Production</a:t>
            </a:r>
          </a:p>
          <a:p>
            <a:pPr marL="0" lvl="0" indent="0"/>
            <a:r>
              <a:rPr lang="en-US" b="1" dirty="0">
                <a:solidFill>
                  <a:srgbClr val="00B0F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8.</a:t>
            </a:r>
            <a:r>
              <a:rPr lang="en-US" b="1" dirty="0">
                <a:solidFill>
                  <a:srgbClr val="00B0F0"/>
                </a:solidFill>
                <a:latin typeface="Times New Roman" panose="02020603050405020304" pitchFamily="18" charset="0"/>
                <a:cs typeface="Times New Roman" panose="02020603050405020304" pitchFamily="18" charset="0"/>
              </a:rPr>
              <a:t>Healthcare Advancements</a:t>
            </a:r>
          </a:p>
          <a:p>
            <a:pPr marL="0" lvl="0" indent="0"/>
            <a:r>
              <a:rPr lang="en-US" b="1" dirty="0">
                <a:solidFill>
                  <a:srgbClr val="00B0F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9.</a:t>
            </a:r>
            <a:r>
              <a:rPr lang="en-US" b="1" dirty="0">
                <a:solidFill>
                  <a:srgbClr val="00B0F0"/>
                </a:solidFill>
                <a:latin typeface="Times New Roman" panose="02020603050405020304" pitchFamily="18" charset="0"/>
                <a:cs typeface="Times New Roman" panose="02020603050405020304" pitchFamily="18" charset="0"/>
              </a:rPr>
              <a:t>Smart Infrastructure and 		     Cities</a:t>
            </a:r>
          </a:p>
          <a:p>
            <a:pPr marL="0" lvl="0" indent="0"/>
            <a:r>
              <a:rPr lang="en-US" b="1" dirty="0">
                <a:solidFill>
                  <a:srgbClr val="00B0F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10.</a:t>
            </a:r>
            <a:r>
              <a:rPr lang="en-US" b="1" dirty="0">
                <a:solidFill>
                  <a:srgbClr val="00B0F0"/>
                </a:solidFill>
                <a:latin typeface="Times New Roman" panose="02020603050405020304" pitchFamily="18" charset="0"/>
                <a:cs typeface="Times New Roman" panose="02020603050405020304" pitchFamily="18" charset="0"/>
              </a:rPr>
              <a:t>Education Shifts</a:t>
            </a:r>
            <a:endParaRPr b="1" dirty="0">
              <a:solidFill>
                <a:srgbClr val="00B0F0"/>
              </a:solidFill>
              <a:latin typeface="Times New Roman" panose="02020603050405020304" pitchFamily="18" charset="0"/>
              <a:cs typeface="Times New Roman" panose="02020603050405020304" pitchFamily="18" charset="0"/>
            </a:endParaRPr>
          </a:p>
        </p:txBody>
      </p:sp>
      <p:grpSp>
        <p:nvGrpSpPr>
          <p:cNvPr id="647" name="Google Shape;647;p60"/>
          <p:cNvGrpSpPr/>
          <p:nvPr/>
        </p:nvGrpSpPr>
        <p:grpSpPr>
          <a:xfrm>
            <a:off x="4500282" y="340660"/>
            <a:ext cx="3845858" cy="2393879"/>
            <a:chOff x="5961691" y="822630"/>
            <a:chExt cx="2174762" cy="3127066"/>
          </a:xfrm>
        </p:grpSpPr>
        <p:sp>
          <p:nvSpPr>
            <p:cNvPr id="648" name="Google Shape;648;p60"/>
            <p:cNvSpPr/>
            <p:nvPr/>
          </p:nvSpPr>
          <p:spPr>
            <a:xfrm>
              <a:off x="6396453" y="822630"/>
              <a:ext cx="1740000" cy="3033000"/>
            </a:xfrm>
            <a:prstGeom prst="roundRect">
              <a:avLst>
                <a:gd name="adj" fmla="val 3381"/>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Times New Roman" panose="02020603050405020304" pitchFamily="18" charset="0"/>
                <a:ea typeface="Archivo"/>
                <a:cs typeface="Times New Roman" panose="02020603050405020304" pitchFamily="18" charset="0"/>
                <a:sym typeface="Archivo"/>
              </a:endParaRPr>
            </a:p>
          </p:txBody>
        </p:sp>
        <p:sp>
          <p:nvSpPr>
            <p:cNvPr id="649" name="Google Shape;649;p60"/>
            <p:cNvSpPr/>
            <p:nvPr/>
          </p:nvSpPr>
          <p:spPr>
            <a:xfrm>
              <a:off x="5961691" y="3750196"/>
              <a:ext cx="186900" cy="199500"/>
            </a:xfrm>
            <a:prstGeom prst="trapezoid">
              <a:avLst>
                <a:gd name="adj"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Times New Roman" panose="02020603050405020304" pitchFamily="18" charset="0"/>
                <a:ea typeface="Archivo"/>
                <a:cs typeface="Times New Roman" panose="02020603050405020304" pitchFamily="18" charset="0"/>
                <a:sym typeface="Archivo"/>
              </a:endParaRPr>
            </a:p>
          </p:txBody>
        </p:sp>
      </p:grpSp>
      <p:pic>
        <p:nvPicPr>
          <p:cNvPr id="650" name="Google Shape;650;p60"/>
          <p:cNvPicPr preferRelativeResize="0">
            <a:picLocks noGrp="1"/>
          </p:cNvPicPr>
          <p:nvPr>
            <p:ph type="pic" idx="2"/>
          </p:nvPr>
        </p:nvPicPr>
        <p:blipFill rotWithShape="1">
          <a:blip r:embed="rId3">
            <a:alphaModFix/>
          </a:blip>
          <a:srcRect l="39930" r="20393"/>
          <a:stretch/>
        </p:blipFill>
        <p:spPr>
          <a:xfrm>
            <a:off x="5261450" y="234039"/>
            <a:ext cx="3084691" cy="2464338"/>
          </a:xfrm>
          <a:prstGeom prst="rect">
            <a:avLst/>
          </a:prstGeom>
          <a:noFill/>
          <a:ln>
            <a:noFill/>
          </a:ln>
        </p:spPr>
      </p:pic>
      <p:pic>
        <p:nvPicPr>
          <p:cNvPr id="651" name="Google Shape;651;p60"/>
          <p:cNvPicPr preferRelativeResize="0"/>
          <p:nvPr/>
        </p:nvPicPr>
        <p:blipFill>
          <a:blip r:embed="rId4">
            <a:alphaModFix/>
          </a:blip>
          <a:stretch>
            <a:fillRect/>
          </a:stretch>
        </p:blipFill>
        <p:spPr>
          <a:xfrm>
            <a:off x="3465525" y="3996638"/>
            <a:ext cx="2881150" cy="866485"/>
          </a:xfrm>
          <a:prstGeom prst="rect">
            <a:avLst/>
          </a:prstGeom>
          <a:noFill/>
          <a:ln>
            <a:noFill/>
          </a:ln>
        </p:spPr>
      </p:pic>
      <p:sp>
        <p:nvSpPr>
          <p:cNvPr id="652" name="Google Shape;652;p60"/>
          <p:cNvSpPr/>
          <p:nvPr/>
        </p:nvSpPr>
        <p:spPr>
          <a:xfrm>
            <a:off x="2915075" y="4032800"/>
            <a:ext cx="4692750" cy="233100"/>
          </a:xfrm>
          <a:custGeom>
            <a:avLst/>
            <a:gdLst/>
            <a:ahLst/>
            <a:cxnLst/>
            <a:rect l="l" t="t" r="r" b="b"/>
            <a:pathLst>
              <a:path w="187710" h="9324" extrusionOk="0">
                <a:moveTo>
                  <a:pt x="0" y="6515"/>
                </a:moveTo>
                <a:lnTo>
                  <a:pt x="75039" y="6515"/>
                </a:lnTo>
                <a:lnTo>
                  <a:pt x="80880" y="0"/>
                </a:lnTo>
                <a:lnTo>
                  <a:pt x="178386" y="0"/>
                </a:lnTo>
                <a:lnTo>
                  <a:pt x="187710" y="9324"/>
                </a:lnTo>
              </a:path>
            </a:pathLst>
          </a:custGeom>
          <a:noFill/>
          <a:ln w="9525" cap="flat" cmpd="sng">
            <a:solidFill>
              <a:schemeClr val="dk2"/>
            </a:solidFill>
            <a:prstDash val="solid"/>
            <a:round/>
            <a:headEnd type="none" w="med" len="med"/>
            <a:tailEnd type="oval" w="med" len="med"/>
          </a:ln>
        </p:spPr>
        <p:txBody>
          <a:bodyPr/>
          <a:lstStyle/>
          <a:p>
            <a:endParaRPr lang="zh-CN" altLang="en-US" b="1">
              <a:latin typeface="Times New Roman" panose="02020603050405020304" pitchFamily="18" charset="0"/>
              <a:cs typeface="Times New Roman" panose="02020603050405020304" pitchFamily="18" charset="0"/>
            </a:endParaRPr>
          </a:p>
        </p:txBody>
      </p:sp>
      <p:sp>
        <p:nvSpPr>
          <p:cNvPr id="3" name="Rectangle 2"/>
          <p:cNvSpPr/>
          <p:nvPr/>
        </p:nvSpPr>
        <p:spPr>
          <a:xfrm>
            <a:off x="5127812" y="2989727"/>
            <a:ext cx="3738282" cy="1169551"/>
          </a:xfrm>
          <a:prstGeom prst="rect">
            <a:avLst/>
          </a:prstGeom>
        </p:spPr>
        <p:txBody>
          <a:bodyPr wrap="square">
            <a:spAutoFit/>
          </a:bodyPr>
          <a:lstStyle/>
          <a:p>
            <a:r>
              <a:rPr lang="en-US"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Overall, the integration of AI in industrial robotics promises a future of enhanced efficiency, innovation, and quality of life, with far-reaching impacts across various sectors and aspects of society.</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grpSp>
        <p:nvGrpSpPr>
          <p:cNvPr id="999" name="Google Shape;999;p76"/>
          <p:cNvGrpSpPr/>
          <p:nvPr/>
        </p:nvGrpSpPr>
        <p:grpSpPr>
          <a:xfrm>
            <a:off x="6304092" y="3058773"/>
            <a:ext cx="2119900" cy="1097699"/>
            <a:chOff x="5906417" y="3058773"/>
            <a:chExt cx="2119900" cy="1097699"/>
          </a:xfrm>
        </p:grpSpPr>
        <p:pic>
          <p:nvPicPr>
            <p:cNvPr id="1000" name="Google Shape;1000;p76"/>
            <p:cNvPicPr preferRelativeResize="0"/>
            <p:nvPr/>
          </p:nvPicPr>
          <p:blipFill rotWithShape="1">
            <a:blip r:embed="rId3">
              <a:alphaModFix/>
            </a:blip>
            <a:srcRect l="7429" t="27964" r="7070" b="11440"/>
            <a:stretch/>
          </p:blipFill>
          <p:spPr>
            <a:xfrm rot="5400000">
              <a:off x="5493592" y="3471598"/>
              <a:ext cx="1097699" cy="272050"/>
            </a:xfrm>
            <a:prstGeom prst="rect">
              <a:avLst/>
            </a:prstGeom>
            <a:noFill/>
            <a:ln>
              <a:noFill/>
            </a:ln>
          </p:spPr>
        </p:pic>
        <p:pic>
          <p:nvPicPr>
            <p:cNvPr id="1001" name="Google Shape;1001;p76"/>
            <p:cNvPicPr preferRelativeResize="0"/>
            <p:nvPr/>
          </p:nvPicPr>
          <p:blipFill rotWithShape="1">
            <a:blip r:embed="rId3">
              <a:alphaModFix/>
            </a:blip>
            <a:srcRect l="7429" t="27964" r="7070" b="11440"/>
            <a:stretch/>
          </p:blipFill>
          <p:spPr>
            <a:xfrm rot="-5400000" flipH="1">
              <a:off x="7341442" y="3471598"/>
              <a:ext cx="1097699" cy="272050"/>
            </a:xfrm>
            <a:prstGeom prst="rect">
              <a:avLst/>
            </a:prstGeom>
            <a:noFill/>
            <a:ln>
              <a:noFill/>
            </a:ln>
          </p:spPr>
        </p:pic>
      </p:gr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541" y="115420"/>
            <a:ext cx="8857128" cy="4876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Rectangle 2"/>
          <p:cNvSpPr/>
          <p:nvPr/>
        </p:nvSpPr>
        <p:spPr>
          <a:xfrm>
            <a:off x="1936687" y="3463214"/>
            <a:ext cx="4759636" cy="1015663"/>
          </a:xfrm>
          <a:prstGeom prst="rect">
            <a:avLst/>
          </a:prstGeom>
        </p:spPr>
        <p:txBody>
          <a:bodyPr wrap="none">
            <a:spAutoFit/>
            <a:scene3d>
              <a:camera prst="orthographicFront"/>
              <a:lightRig rig="sunset" dir="t"/>
            </a:scene3d>
            <a:sp3d extrusionH="57150">
              <a:bevelT w="82550" h="38100" prst="coolSlant"/>
              <a:bevelB w="38100" h="38100"/>
            </a:sp3d>
          </a:bodyPr>
          <a:lstStyle/>
          <a:p>
            <a:r>
              <a:rPr lang="en-US" sz="6000" b="1" i="1" dirty="0">
                <a:solidFill>
                  <a:schemeClr val="accent5"/>
                </a:solidFill>
              </a:rPr>
              <a:t>THANK YOU</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Bachelor in Robotics Engineering by Slidesgo">
  <a:themeElements>
    <a:clrScheme name="Simple Light">
      <a:dk1>
        <a:srgbClr val="1F164D"/>
      </a:dk1>
      <a:lt1>
        <a:srgbClr val="F9F9F9"/>
      </a:lt1>
      <a:dk2>
        <a:srgbClr val="E8E8E8"/>
      </a:dk2>
      <a:lt2>
        <a:srgbClr val="C1C1C1"/>
      </a:lt2>
      <a:accent1>
        <a:srgbClr val="6F79E3"/>
      </a:accent1>
      <a:accent2>
        <a:srgbClr val="433ABA"/>
      </a:accent2>
      <a:accent3>
        <a:srgbClr val="130994"/>
      </a:accent3>
      <a:accent4>
        <a:srgbClr val="FFFFFF"/>
      </a:accent4>
      <a:accent5>
        <a:srgbClr val="FFFFFF"/>
      </a:accent5>
      <a:accent6>
        <a:srgbClr val="FFFFFF"/>
      </a:accent6>
      <a:hlink>
        <a:srgbClr val="1F16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5588</TotalTime>
  <Words>797</Words>
  <Application>Microsoft Office PowerPoint</Application>
  <PresentationFormat>On-screen Show (16:9)</PresentationFormat>
  <Paragraphs>59</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Times New Roman</vt:lpstr>
      <vt:lpstr>Georgia</vt:lpstr>
      <vt:lpstr>IBM Plex Mono</vt:lpstr>
      <vt:lpstr>Archivo</vt:lpstr>
      <vt:lpstr>Arial</vt:lpstr>
      <vt:lpstr>Nunito Light</vt:lpstr>
      <vt:lpstr>Bachelor in Robotics Engineering by Slidesgo</vt:lpstr>
      <vt:lpstr>PowerPoint Presentation</vt:lpstr>
      <vt:lpstr>   Topic  The Integration of  AI in Industrial  Robotics</vt:lpstr>
      <vt:lpstr>PowerPoint Presentation</vt:lpstr>
      <vt:lpstr>What is Artificial Intelligence (AI)?</vt:lpstr>
      <vt:lpstr>Artificial intelligence (AI) is a branch of computer science that deals with the creation of intelligent agents, which are systems that can reason, learn, and act autonomously. AI research has been highly successful in developing effective techniques for solving a wide range of problems, from game playing to medical diagnosis.</vt:lpstr>
      <vt:lpstr>PowerPoint Presentation</vt:lpstr>
      <vt:lpstr>How AI is Used in Industrial Robotics</vt:lpstr>
      <vt:lpstr>PowerPoint Presentation</vt:lpstr>
      <vt:lpstr>PowerPoint Presentation</vt:lpstr>
      <vt:lpstr>There are also some challenges associated with AI-powered industrial robotics. One challenge is the high cost of implementation. Installing and integrating AI systems into existing robotics infrastructure can be expensive. Another challenge is job displacement. As AI-powered robots, including those with embodied intelligence and large language models (LLMs), become more sophisticated, some jobs that are currently performed by humans may be automated. This could lead to unemployment and social unrest. Finally, there are some safety concerns associated with AI-powered robots. As they can be very powerful and complex machines, there is a risk that they could malfunction or be hacked, which could lead to injuries or even death.</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STUDIENGANG ROBOTIK</dc:title>
  <dc:creator>shova ashim</dc:creator>
  <cp:lastModifiedBy>NSC</cp:lastModifiedBy>
  <cp:revision>32</cp:revision>
  <dcterms:modified xsi:type="dcterms:W3CDTF">2025-12-17T04:19:53Z</dcterms:modified>
</cp:coreProperties>
</file>